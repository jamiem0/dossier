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218afb16684835" /><Relationship Type="http://schemas.openxmlformats.org/officeDocument/2006/relationships/extended-properties" Target="/docProps/app.xml" Id="Rf98b9ebaecf24eab" /><Relationship Type="http://schemas.openxmlformats.org/officeDocument/2006/relationships/officeDocument" Target="/ppt/presentation.xml" Id="Rd58f006e14e046bf" /></Relationships>
</file>

<file path=ppt/presentation.xml><?xml version="1.0" encoding="utf-8"?>
<p:presentation xmlns:p="http://schemas.openxmlformats.org/presentationml/2006/main">
  <p:sldMasterIdLst>
    <p:sldMasterId xmlns:r="http://schemas.openxmlformats.org/officeDocument/2006/relationships" id="2147483648" r:id="Rc670e7cf0a874048"/>
  </p:sldMasterIdLst>
  <p:notesMasterIdLst>
    <p:notesMasterId xmlns:r="http://schemas.openxmlformats.org/officeDocument/2006/relationships" r:id="R2a7b85afe1ab42b6"/>
  </p:notesMasterIdLst>
  <p:sldIdLst>
    <p:sldId xmlns:r="http://schemas.openxmlformats.org/officeDocument/2006/relationships" id="256" r:id="R57f6d40233ff4605"/>
    <p:sldId xmlns:r="http://schemas.openxmlformats.org/officeDocument/2006/relationships" id="257" r:id="R8442c88f03e74be4"/>
    <p:sldId xmlns:r="http://schemas.openxmlformats.org/officeDocument/2006/relationships" id="258" r:id="R48084dde0d084ca5"/>
    <p:sldId xmlns:r="http://schemas.openxmlformats.org/officeDocument/2006/relationships" id="259" r:id="Rb38a10b961e34d49"/>
    <p:sldId xmlns:r="http://schemas.openxmlformats.org/officeDocument/2006/relationships" id="260" r:id="R04944f7e252940a3"/>
    <p:sldId xmlns:r="http://schemas.openxmlformats.org/officeDocument/2006/relationships" id="261" r:id="R70dcf160be024990"/>
    <p:sldId xmlns:r="http://schemas.openxmlformats.org/officeDocument/2006/relationships" id="262" r:id="R9be4f73e2d2146bf"/>
    <p:sldId xmlns:r="http://schemas.openxmlformats.org/officeDocument/2006/relationships" id="263" r:id="R00d990ea9c3e423c"/>
    <p:sldId xmlns:r="http://schemas.openxmlformats.org/officeDocument/2006/relationships" id="264" r:id="Rbc33f26caa1f417c"/>
    <p:sldId xmlns:r="http://schemas.openxmlformats.org/officeDocument/2006/relationships" id="265" r:id="Reb667df9138747c4"/>
    <p:sldId xmlns:r="http://schemas.openxmlformats.org/officeDocument/2006/relationships" id="266" r:id="R91141914e28345c5"/>
    <p:sldId xmlns:r="http://schemas.openxmlformats.org/officeDocument/2006/relationships" id="267" r:id="Rce39438e430f412e"/>
    <p:sldId xmlns:r="http://schemas.openxmlformats.org/officeDocument/2006/relationships" id="268" r:id="R7fb1d6fa1e3748b3"/>
    <p:sldId xmlns:r="http://schemas.openxmlformats.org/officeDocument/2006/relationships" id="269" r:id="R94934f0644bd49f4"/>
    <p:sldId xmlns:r="http://schemas.openxmlformats.org/officeDocument/2006/relationships" id="270" r:id="R321ceda40686499b"/>
    <p:sldId xmlns:r="http://schemas.openxmlformats.org/officeDocument/2006/relationships" id="271" r:id="R8c87e590ac7c4d5b"/>
    <p:sldId xmlns:r="http://schemas.openxmlformats.org/officeDocument/2006/relationships" id="272" r:id="R23005421b75a412a"/>
    <p:sldId xmlns:r="http://schemas.openxmlformats.org/officeDocument/2006/relationships" id="273" r:id="Rdcf87c92d7ab4562"/>
    <p:sldId xmlns:r="http://schemas.openxmlformats.org/officeDocument/2006/relationships" id="274" r:id="R2555cb424df341dd"/>
    <p:sldId xmlns:r="http://schemas.openxmlformats.org/officeDocument/2006/relationships" id="275" r:id="R0480d6659f814aa6"/>
    <p:sldId xmlns:r="http://schemas.openxmlformats.org/officeDocument/2006/relationships" id="276" r:id="R7f11fd040b874530"/>
    <p:sldId xmlns:r="http://schemas.openxmlformats.org/officeDocument/2006/relationships" id="277" r:id="R6de130afc431480f"/>
    <p:sldId xmlns:r="http://schemas.openxmlformats.org/officeDocument/2006/relationships" id="278" r:id="R1fedf14e3ad94fc0"/>
    <p:sldId xmlns:r="http://schemas.openxmlformats.org/officeDocument/2006/relationships" id="279" r:id="R4d2318e8d6d24bf1"/>
    <p:sldId xmlns:r="http://schemas.openxmlformats.org/officeDocument/2006/relationships" id="280" r:id="R9eb3a7f0a83d40a6"/>
    <p:sldId xmlns:r="http://schemas.openxmlformats.org/officeDocument/2006/relationships" id="281" r:id="Rc581baee07f349e3"/>
    <p:sldId xmlns:r="http://schemas.openxmlformats.org/officeDocument/2006/relationships" id="282" r:id="Rc90ae9c808444b5d"/>
    <p:sldId xmlns:r="http://schemas.openxmlformats.org/officeDocument/2006/relationships" id="283" r:id="R4dc6f41106634a75"/>
    <p:sldId xmlns:r="http://schemas.openxmlformats.org/officeDocument/2006/relationships" id="284" r:id="Rec9429dd930d4fe5"/>
    <p:sldId xmlns:r="http://schemas.openxmlformats.org/officeDocument/2006/relationships" id="285" r:id="Rd798c098fd2b4111"/>
    <p:sldId xmlns:r="http://schemas.openxmlformats.org/officeDocument/2006/relationships" id="286" r:id="Rce4011ee1dc54e63"/>
    <p:sldId xmlns:r="http://schemas.openxmlformats.org/officeDocument/2006/relationships" id="287" r:id="Rc8cb856c6e934620"/>
    <p:sldId xmlns:r="http://schemas.openxmlformats.org/officeDocument/2006/relationships" id="288" r:id="R6f0b7ad625164981"/>
    <p:sldId xmlns:r="http://schemas.openxmlformats.org/officeDocument/2006/relationships" id="289" r:id="Rac3e601135a248bb"/>
    <p:sldId xmlns:r="http://schemas.openxmlformats.org/officeDocument/2006/relationships" id="290" r:id="R8673be7767f04c84"/>
    <p:sldId xmlns:r="http://schemas.openxmlformats.org/officeDocument/2006/relationships" id="291" r:id="Rbe7eee4f50eb47a0"/>
    <p:sldId xmlns:r="http://schemas.openxmlformats.org/officeDocument/2006/relationships" id="292" r:id="Ra6bdd7c53ea340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5465d640c94ddf" /><Relationship Type="http://schemas.openxmlformats.org/officeDocument/2006/relationships/slideMaster" Target="/ppt/slideMasters/slideMaster1.xml" Id="Rc670e7cf0a874048" /><Relationship Type="http://schemas.openxmlformats.org/officeDocument/2006/relationships/notesMaster" Target="/ppt/notesMasters/notesMaster1.xml" Id="R2a7b85afe1ab42b6" /><Relationship Type="http://schemas.openxmlformats.org/officeDocument/2006/relationships/presProps" Target="/ppt/presProps.xml" Id="R58bb3ad5fdb74a30" /><Relationship Type="http://schemas.openxmlformats.org/officeDocument/2006/relationships/tableStyles" Target="/ppt/tableStyles.xml" Id="R27a31071f2294533" /><Relationship Type="http://schemas.openxmlformats.org/officeDocument/2006/relationships/slide" Target="/ppt/slides/slide1.xml" Id="R57f6d40233ff4605" /><Relationship Type="http://schemas.openxmlformats.org/officeDocument/2006/relationships/slide" Target="/ppt/slides/slide2.xml" Id="R8442c88f03e74be4" /><Relationship Type="http://schemas.openxmlformats.org/officeDocument/2006/relationships/slide" Target="/ppt/slides/slide3.xml" Id="R48084dde0d084ca5" /><Relationship Type="http://schemas.openxmlformats.org/officeDocument/2006/relationships/slide" Target="/ppt/slides/slide4.xml" Id="Rb38a10b961e34d49" /><Relationship Type="http://schemas.openxmlformats.org/officeDocument/2006/relationships/slide" Target="/ppt/slides/slide5.xml" Id="R04944f7e252940a3" /><Relationship Type="http://schemas.openxmlformats.org/officeDocument/2006/relationships/slide" Target="/ppt/slides/slide6.xml" Id="R70dcf160be024990" /><Relationship Type="http://schemas.openxmlformats.org/officeDocument/2006/relationships/slide" Target="/ppt/slides/slide7.xml" Id="R9be4f73e2d2146bf" /><Relationship Type="http://schemas.openxmlformats.org/officeDocument/2006/relationships/slide" Target="/ppt/slides/slide8.xml" Id="R00d990ea9c3e423c" /><Relationship Type="http://schemas.openxmlformats.org/officeDocument/2006/relationships/slide" Target="/ppt/slides/slide9.xml" Id="Rbc33f26caa1f417c" /><Relationship Type="http://schemas.openxmlformats.org/officeDocument/2006/relationships/slide" Target="/ppt/slides/slide10.xml" Id="Reb667df9138747c4" /><Relationship Type="http://schemas.openxmlformats.org/officeDocument/2006/relationships/slide" Target="/ppt/slides/slide11.xml" Id="R91141914e28345c5" /><Relationship Type="http://schemas.openxmlformats.org/officeDocument/2006/relationships/slide" Target="/ppt/slides/slide12.xml" Id="Rce39438e430f412e" /><Relationship Type="http://schemas.openxmlformats.org/officeDocument/2006/relationships/slide" Target="/ppt/slides/slide13.xml" Id="R7fb1d6fa1e3748b3" /><Relationship Type="http://schemas.openxmlformats.org/officeDocument/2006/relationships/slide" Target="/ppt/slides/slide14.xml" Id="R94934f0644bd49f4" /><Relationship Type="http://schemas.openxmlformats.org/officeDocument/2006/relationships/slide" Target="/ppt/slides/slide15.xml" Id="R321ceda40686499b" /><Relationship Type="http://schemas.openxmlformats.org/officeDocument/2006/relationships/slide" Target="/ppt/slides/slide16.xml" Id="R8c87e590ac7c4d5b" /><Relationship Type="http://schemas.openxmlformats.org/officeDocument/2006/relationships/slide" Target="/ppt/slides/slide17.xml" Id="R23005421b75a412a" /><Relationship Type="http://schemas.openxmlformats.org/officeDocument/2006/relationships/slide" Target="/ppt/slides/slide18.xml" Id="Rdcf87c92d7ab4562" /><Relationship Type="http://schemas.openxmlformats.org/officeDocument/2006/relationships/slide" Target="/ppt/slides/slide19.xml" Id="R2555cb424df341dd" /><Relationship Type="http://schemas.openxmlformats.org/officeDocument/2006/relationships/slide" Target="/ppt/slides/slide20.xml" Id="R0480d6659f814aa6" /><Relationship Type="http://schemas.openxmlformats.org/officeDocument/2006/relationships/slide" Target="/ppt/slides/slide21.xml" Id="R7f11fd040b874530" /><Relationship Type="http://schemas.openxmlformats.org/officeDocument/2006/relationships/slide" Target="/ppt/slides/slide22.xml" Id="R6de130afc431480f" /><Relationship Type="http://schemas.openxmlformats.org/officeDocument/2006/relationships/slide" Target="/ppt/slides/slide23.xml" Id="R1fedf14e3ad94fc0" /><Relationship Type="http://schemas.openxmlformats.org/officeDocument/2006/relationships/slide" Target="/ppt/slides/slide24.xml" Id="R4d2318e8d6d24bf1" /><Relationship Type="http://schemas.openxmlformats.org/officeDocument/2006/relationships/slide" Target="/ppt/slides/slide25.xml" Id="R9eb3a7f0a83d40a6" /><Relationship Type="http://schemas.openxmlformats.org/officeDocument/2006/relationships/slide" Target="/ppt/slides/slide26.xml" Id="Rc581baee07f349e3" /><Relationship Type="http://schemas.openxmlformats.org/officeDocument/2006/relationships/slide" Target="/ppt/slides/slide27.xml" Id="Rc90ae9c808444b5d" /><Relationship Type="http://schemas.openxmlformats.org/officeDocument/2006/relationships/slide" Target="/ppt/slides/slide28.xml" Id="R4dc6f41106634a75" /><Relationship Type="http://schemas.openxmlformats.org/officeDocument/2006/relationships/slide" Target="/ppt/slides/slide29.xml" Id="Rec9429dd930d4fe5" /><Relationship Type="http://schemas.openxmlformats.org/officeDocument/2006/relationships/slide" Target="/ppt/slides/slide30.xml" Id="Rd798c098fd2b4111" /><Relationship Type="http://schemas.openxmlformats.org/officeDocument/2006/relationships/slide" Target="/ppt/slides/slide31.xml" Id="Rce4011ee1dc54e63" /><Relationship Type="http://schemas.openxmlformats.org/officeDocument/2006/relationships/slide" Target="/ppt/slides/slide32.xml" Id="Rc8cb856c6e934620" /><Relationship Type="http://schemas.openxmlformats.org/officeDocument/2006/relationships/slide" Target="/ppt/slides/slide33.xml" Id="R6f0b7ad625164981" /><Relationship Type="http://schemas.openxmlformats.org/officeDocument/2006/relationships/slide" Target="/ppt/slides/slide34.xml" Id="Rac3e601135a248bb" /><Relationship Type="http://schemas.openxmlformats.org/officeDocument/2006/relationships/slide" Target="/ppt/slides/slide35.xml" Id="R8673be7767f04c84" /><Relationship Type="http://schemas.openxmlformats.org/officeDocument/2006/relationships/slide" Target="/ppt/slides/slide36.xml" Id="Rbe7eee4f50eb47a0" /><Relationship Type="http://schemas.openxmlformats.org/officeDocument/2006/relationships/slide" Target="/ppt/slides/slide37.xml" Id="Ra6bdd7c53ea340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509dcaf96c47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b200a7b4a349d6" /><Relationship Type="http://schemas.openxmlformats.org/officeDocument/2006/relationships/notesMaster" Target="/ppt/notesMasters/notesMaster1.xml" Id="Rf3c5f8b7bb1041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a7978b92740ce" /><Relationship Type="http://schemas.openxmlformats.org/officeDocument/2006/relationships/notesMaster" Target="/ppt/notesMasters/notesMaster1.xml" Id="Rfbe11eb8e42b40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16abae4f604f80" /><Relationship Type="http://schemas.openxmlformats.org/officeDocument/2006/relationships/notesMaster" Target="/ppt/notesMasters/notesMaster1.xml" Id="R8b8bb27d8cdc4b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ab9e7396cd4815" /><Relationship Type="http://schemas.openxmlformats.org/officeDocument/2006/relationships/notesMaster" Target="/ppt/notesMasters/notesMaster1.xml" Id="Rebe3e740eb214b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cde9ffbb234c21" /><Relationship Type="http://schemas.openxmlformats.org/officeDocument/2006/relationships/notesMaster" Target="/ppt/notesMasters/notesMaster1.xml" Id="Ra92cfb11cf2644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a73262e65a4fe5" /><Relationship Type="http://schemas.openxmlformats.org/officeDocument/2006/relationships/notesMaster" Target="/ppt/notesMasters/notesMaster1.xml" Id="Rdee89499faab4c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84dccf8b943b2" /><Relationship Type="http://schemas.openxmlformats.org/officeDocument/2006/relationships/notesMaster" Target="/ppt/notesMasters/notesMaster1.xml" Id="R51dedb9cba8c48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264fc724904992" /><Relationship Type="http://schemas.openxmlformats.org/officeDocument/2006/relationships/notesMaster" Target="/ppt/notesMasters/notesMaster1.xml" Id="Rbe48cd39b0004b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fde7d612e0471a" /><Relationship Type="http://schemas.openxmlformats.org/officeDocument/2006/relationships/notesMaster" Target="/ppt/notesMasters/notesMaster1.xml" Id="Rf9b5b9d9c18843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a94c1d572488c" /><Relationship Type="http://schemas.openxmlformats.org/officeDocument/2006/relationships/notesMaster" Target="/ppt/notesMasters/notesMaster1.xml" Id="R7f9be8a1d06a49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7a2cdcc9284b7f" /><Relationship Type="http://schemas.openxmlformats.org/officeDocument/2006/relationships/notesMaster" Target="/ppt/notesMasters/notesMaster1.xml" Id="R1d5331e3e4594f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5113df91614cf7" /><Relationship Type="http://schemas.openxmlformats.org/officeDocument/2006/relationships/notesMaster" Target="/ppt/notesMasters/notesMaster1.xml" Id="Rf71fbc660ce640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448da631184f91" /><Relationship Type="http://schemas.openxmlformats.org/officeDocument/2006/relationships/notesMaster" Target="/ppt/notesMasters/notesMaster1.xml" Id="Ra9a3df8cb74d47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07ba1e7b5419c" /><Relationship Type="http://schemas.openxmlformats.org/officeDocument/2006/relationships/notesMaster" Target="/ppt/notesMasters/notesMaster1.xml" Id="R68f3f4b7c99543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6219e6f9a240b3" /><Relationship Type="http://schemas.openxmlformats.org/officeDocument/2006/relationships/notesMaster" Target="/ppt/notesMasters/notesMaster1.xml" Id="R1b90f97ed9de4c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836f7f641644f8" /><Relationship Type="http://schemas.openxmlformats.org/officeDocument/2006/relationships/notesMaster" Target="/ppt/notesMasters/notesMaster1.xml" Id="R30ece814ec4b43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b821093e4b4718" /><Relationship Type="http://schemas.openxmlformats.org/officeDocument/2006/relationships/notesMaster" Target="/ppt/notesMasters/notesMaster1.xml" Id="Rb6b44c6f99094f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459f0bb60043fa" /><Relationship Type="http://schemas.openxmlformats.org/officeDocument/2006/relationships/notesMaster" Target="/ppt/notesMasters/notesMaster1.xml" Id="Rf211f8fd2e6d4b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45268d334e4a39" /><Relationship Type="http://schemas.openxmlformats.org/officeDocument/2006/relationships/notesMaster" Target="/ppt/notesMasters/notesMaster1.xml" Id="Ra6ac0e21c87a43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60b9d7aa8b49e0" /><Relationship Type="http://schemas.openxmlformats.org/officeDocument/2006/relationships/notesMaster" Target="/ppt/notesMasters/notesMaster1.xml" Id="Rac2dd89bb8a943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0f03dbd8734696" /><Relationship Type="http://schemas.openxmlformats.org/officeDocument/2006/relationships/notesMaster" Target="/ppt/notesMasters/notesMaster1.xml" Id="R4e595ef4d6cf40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2ea7cd27274533" /><Relationship Type="http://schemas.openxmlformats.org/officeDocument/2006/relationships/notesMaster" Target="/ppt/notesMasters/notesMaster1.xml" Id="R321cd55286c345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f891811a5d450d" /><Relationship Type="http://schemas.openxmlformats.org/officeDocument/2006/relationships/notesMaster" Target="/ppt/notesMasters/notesMaster1.xml" Id="R7292e4d432e149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c26b8f889b49e4" /><Relationship Type="http://schemas.openxmlformats.org/officeDocument/2006/relationships/notesMaster" Target="/ppt/notesMasters/notesMaster1.xml" Id="R7fc4d905340d49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27c2dd2bd34537" /><Relationship Type="http://schemas.openxmlformats.org/officeDocument/2006/relationships/notesMaster" Target="/ppt/notesMasters/notesMaster1.xml" Id="Rf58b2df72a9f48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9066652391487a" /><Relationship Type="http://schemas.openxmlformats.org/officeDocument/2006/relationships/notesMaster" Target="/ppt/notesMasters/notesMaster1.xml" Id="R442b342d41a242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7c1e2724584278" /><Relationship Type="http://schemas.openxmlformats.org/officeDocument/2006/relationships/notesMaster" Target="/ppt/notesMasters/notesMaster1.xml" Id="Rdaea0cfb93694cd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d867e299e734d9f" /><Relationship Type="http://schemas.openxmlformats.org/officeDocument/2006/relationships/notesMaster" Target="/ppt/notesMasters/notesMaster1.xml" Id="R4bd60c4bbdb143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97456288091415f" /><Relationship Type="http://schemas.openxmlformats.org/officeDocument/2006/relationships/notesMaster" Target="/ppt/notesMasters/notesMaster1.xml" Id="R338e33fd41df45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3d55ed2a3e84da5" /><Relationship Type="http://schemas.openxmlformats.org/officeDocument/2006/relationships/notesMaster" Target="/ppt/notesMasters/notesMaster1.xml" Id="R6a8d9d165ca24c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fc123772624aac" /><Relationship Type="http://schemas.openxmlformats.org/officeDocument/2006/relationships/notesMaster" Target="/ppt/notesMasters/notesMaster1.xml" Id="Ra0f8209a502140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235e5aafc9a4e0b" /><Relationship Type="http://schemas.openxmlformats.org/officeDocument/2006/relationships/notesMaster" Target="/ppt/notesMasters/notesMaster1.xml" Id="Rfb7609dbdc504a9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f638115dcc24955" /><Relationship Type="http://schemas.openxmlformats.org/officeDocument/2006/relationships/notesMaster" Target="/ppt/notesMasters/notesMaster1.xml" Id="R275c0773f0d7426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f9c37c451b04a17" /><Relationship Type="http://schemas.openxmlformats.org/officeDocument/2006/relationships/notesMaster" Target="/ppt/notesMasters/notesMaster1.xml" Id="R4d552f2c940449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8707cb0f44c43f1" /><Relationship Type="http://schemas.openxmlformats.org/officeDocument/2006/relationships/notesMaster" Target="/ppt/notesMasters/notesMaster1.xml" Id="R7fda81665238401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67d93e303aa436e" /><Relationship Type="http://schemas.openxmlformats.org/officeDocument/2006/relationships/notesMaster" Target="/ppt/notesMasters/notesMaster1.xml" Id="R8c7f7a1dcabd40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4ddcd7a41b43b5" /><Relationship Type="http://schemas.openxmlformats.org/officeDocument/2006/relationships/notesMaster" Target="/ppt/notesMasters/notesMaster1.xml" Id="R29b99f46878947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469d0b8fe046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c3b1abbf84470e" /><Relationship Type="http://schemas.openxmlformats.org/officeDocument/2006/relationships/slideLayout" Target="/ppt/slideLayouts/slideLayout1.xml" Id="R705291e13a1747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291e13a1747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a8333b2117412d" /><Relationship Type="http://schemas.openxmlformats.org/officeDocument/2006/relationships/image" Target="/ppt/media/image.png" Id="R4d5e858627cf4069" /><Relationship Type="http://schemas.openxmlformats.org/officeDocument/2006/relationships/notesSlide" Target="/ppt/notesSlides/notesSlide1.xml" Id="Ra452f7f60fb34a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5332962127413d" /><Relationship Type="http://schemas.openxmlformats.org/officeDocument/2006/relationships/notesSlide" Target="/ppt/notesSlides/notesSlide2.xml" Id="R11ab530df96146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dd04d3349e4a51" /><Relationship Type="http://schemas.openxmlformats.org/officeDocument/2006/relationships/notesSlide" Target="/ppt/notesSlides/notesSlide3.xml" Id="R3d0b02654eef4d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f6bffaf2de4d0d" /><Relationship Type="http://schemas.openxmlformats.org/officeDocument/2006/relationships/notesSlide" Target="/ppt/notesSlides/notesSlide4.xml" Id="Rf0d432d208ae4a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486bd0e56f41bd" /><Relationship Type="http://schemas.openxmlformats.org/officeDocument/2006/relationships/notesSlide" Target="/ppt/notesSlides/notesSlide5.xml" Id="R417cc1ccfac0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7181a171514898" /><Relationship Type="http://schemas.openxmlformats.org/officeDocument/2006/relationships/notesSlide" Target="/ppt/notesSlides/notesSlide6.xml" Id="Rf2d65c2c07e14d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70df8c338a4cbe" /><Relationship Type="http://schemas.openxmlformats.org/officeDocument/2006/relationships/notesSlide" Target="/ppt/notesSlides/notesSlide7.xml" Id="R1fa5ae6a16584d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311a6430a04aa0" /><Relationship Type="http://schemas.openxmlformats.org/officeDocument/2006/relationships/notesSlide" Target="/ppt/notesSlides/notesSlide8.xml" Id="Rb9bfceeda475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91665a760b4834" /><Relationship Type="http://schemas.openxmlformats.org/officeDocument/2006/relationships/notesSlide" Target="/ppt/notesSlides/notesSlide9.xml" Id="R6b140ac4082449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443e117a1f4da1" /><Relationship Type="http://schemas.openxmlformats.org/officeDocument/2006/relationships/notesSlide" Target="/ppt/notesSlides/notesSlide10.xml" Id="Rbc88d063329d41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91674831d44b09" /><Relationship Type="http://schemas.openxmlformats.org/officeDocument/2006/relationships/notesSlide" Target="/ppt/notesSlides/notesSlide11.xml" Id="R2867bf95029944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1656ae3fab4dbd" /><Relationship Type="http://schemas.openxmlformats.org/officeDocument/2006/relationships/notesSlide" Target="/ppt/notesSlides/notesSlide12.xml" Id="Rc437b815296448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44cd02b5f74fe9" /><Relationship Type="http://schemas.openxmlformats.org/officeDocument/2006/relationships/notesSlide" Target="/ppt/notesSlides/notesSlide13.xml" Id="R0e6af48b3ab548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41644e5e9e4430" /><Relationship Type="http://schemas.openxmlformats.org/officeDocument/2006/relationships/notesSlide" Target="/ppt/notesSlides/notesSlide14.xml" Id="R9c828478eb064f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a2b470a13e42f4" /><Relationship Type="http://schemas.openxmlformats.org/officeDocument/2006/relationships/notesSlide" Target="/ppt/notesSlides/notesSlide15.xml" Id="Rfa8dcef5559647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3243f729794f4a" /><Relationship Type="http://schemas.openxmlformats.org/officeDocument/2006/relationships/chart" Target="/ppt/slides/charts/chart1.xml" Id="R6c8fff9ba92e459a" /><Relationship Type="http://schemas.openxmlformats.org/officeDocument/2006/relationships/notesSlide" Target="/ppt/notesSlides/notesSlide16.xml" Id="Rbb0d18a327a245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6357ef63da4d73" /><Relationship Type="http://schemas.openxmlformats.org/officeDocument/2006/relationships/notesSlide" Target="/ppt/notesSlides/notesSlide17.xml" Id="R87cbd90a09ea49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f7ed8a5b694bda" /><Relationship Type="http://schemas.openxmlformats.org/officeDocument/2006/relationships/notesSlide" Target="/ppt/notesSlides/notesSlide18.xml" Id="R22f1af2c7f6847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f923282367c4364" /><Relationship Type="http://schemas.openxmlformats.org/officeDocument/2006/relationships/notesSlide" Target="/ppt/notesSlides/notesSlide19.xml" Id="R865d7e9cb4ce46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d9d69c14924b78" /><Relationship Type="http://schemas.openxmlformats.org/officeDocument/2006/relationships/notesSlide" Target="/ppt/notesSlides/notesSlide20.xml" Id="R38a2c79ddce346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acc1edad92040c2" /><Relationship Type="http://schemas.openxmlformats.org/officeDocument/2006/relationships/notesSlide" Target="/ppt/notesSlides/notesSlide21.xml" Id="Rfa810484172b40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7bdb95e7514471" /><Relationship Type="http://schemas.openxmlformats.org/officeDocument/2006/relationships/chart" Target="/ppt/slides/charts/chart2.xml" Id="Rf026172f178842a9" /><Relationship Type="http://schemas.openxmlformats.org/officeDocument/2006/relationships/notesSlide" Target="/ppt/notesSlides/notesSlide22.xml" Id="Re4c96d7a1a2648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ab5c04773a94389" /><Relationship Type="http://schemas.openxmlformats.org/officeDocument/2006/relationships/notesSlide" Target="/ppt/notesSlides/notesSlide23.xml" Id="Rce132de5282f47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dab2ca9c6954fc6" /><Relationship Type="http://schemas.openxmlformats.org/officeDocument/2006/relationships/notesSlide" Target="/ppt/notesSlides/notesSlide24.xml" Id="R42ab71ee187946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07201a615fa4621" /><Relationship Type="http://schemas.openxmlformats.org/officeDocument/2006/relationships/notesSlide" Target="/ppt/notesSlides/notesSlide25.xml" Id="R247da467a3fb48b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4c87dfc5c854e4a" /><Relationship Type="http://schemas.openxmlformats.org/officeDocument/2006/relationships/notesSlide" Target="/ppt/notesSlides/notesSlide26.xml" Id="Rf90363f066334b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330cbba522408b" /><Relationship Type="http://schemas.openxmlformats.org/officeDocument/2006/relationships/notesSlide" Target="/ppt/notesSlides/notesSlide27.xml" Id="R96f8d6519f2242f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30538ddc04d4ed5" /><Relationship Type="http://schemas.openxmlformats.org/officeDocument/2006/relationships/notesSlide" Target="/ppt/notesSlides/notesSlide28.xml" Id="R398c344448c047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933b44fc5d74ef4" /><Relationship Type="http://schemas.openxmlformats.org/officeDocument/2006/relationships/notesSlide" Target="/ppt/notesSlides/notesSlide29.xml" Id="R7a52a07b35bf415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0b1ae17d9054a0c" /><Relationship Type="http://schemas.openxmlformats.org/officeDocument/2006/relationships/notesSlide" Target="/ppt/notesSlides/notesSlide30.xml" Id="Rde7271133eae46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cbf379f2a764a37" /><Relationship Type="http://schemas.openxmlformats.org/officeDocument/2006/relationships/notesSlide" Target="/ppt/notesSlides/notesSlide31.xml" Id="Re225653a8fe04f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9ab6d5520cd46d0" /><Relationship Type="http://schemas.openxmlformats.org/officeDocument/2006/relationships/notesSlide" Target="/ppt/notesSlides/notesSlide32.xml" Id="R0f23c3f09a78463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707b622c9d34140" /><Relationship Type="http://schemas.openxmlformats.org/officeDocument/2006/relationships/notesSlide" Target="/ppt/notesSlides/notesSlide33.xml" Id="R2bfc8fe0e4fc4b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9741576f19248c2" /><Relationship Type="http://schemas.openxmlformats.org/officeDocument/2006/relationships/notesSlide" Target="/ppt/notesSlides/notesSlide34.xml" Id="Rf30fef55ff6643c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ac79ce46fa24ece" /><Relationship Type="http://schemas.openxmlformats.org/officeDocument/2006/relationships/notesSlide" Target="/ppt/notesSlides/notesSlide35.xml" Id="Ra2099051f04440c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e6316b680ab42bc" /><Relationship Type="http://schemas.openxmlformats.org/officeDocument/2006/relationships/notesSlide" Target="/ppt/notesSlides/notesSlide36.xml" Id="R17e99a6881634a9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dd95d44d37a4d0c" /><Relationship Type="http://schemas.openxmlformats.org/officeDocument/2006/relationships/image" Target="/ppt/media/image2.png" Id="Rc871814b2bdb4d06" /><Relationship Type="http://schemas.openxmlformats.org/officeDocument/2006/relationships/image" Target="/ppt/media/image.svg" Id="R2ee906e5bbe646fb" /><Relationship Type="http://schemas.openxmlformats.org/officeDocument/2006/relationships/notesSlide" Target="/ppt/notesSlides/notesSlide37.xml" Id="Rb2cbd54b8ec54baf" /></Relationships>
</file>

<file path=ppt/slides/charts/chart1.xml><?xml version="1.0" encoding="utf-8"?>
<c:chartSpace xmlns:c="http://schemas.openxmlformats.org/drawingml/2006/chart">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Lit>
              <c:formatCode>General</c:formatCode>
              <c:ptCount val="6"/>
              <c:pt idx="0">
                <c:v>1</c:v>
              </c:pt>
              <c:pt idx="1">
                <c:v>3</c:v>
              </c:pt>
              <c:pt idx="2">
                <c:v>5</c:v>
              </c:pt>
              <c:pt idx="3">
                <c:v>10</c:v>
              </c:pt>
              <c:pt idx="4">
                <c:v>20</c:v>
              </c:pt>
              <c:pt idx="5">
                <c:v>40</c:v>
              </c:pt>
            </c:numLit>
          </c:cat>
          <c:val>
            <c:numLit>
              <c:formatCode>0%</c:formatCode>
              <c:ptCount val="6"/>
              <c:pt idx="0">
                <c:v>0.5298</c:v>
              </c:pt>
              <c:pt idx="1">
                <c:v>0.5494</c:v>
              </c:pt>
              <c:pt idx="2">
                <c:v>0.5653</c:v>
              </c:pt>
              <c:pt idx="3">
                <c:v>0.576</c:v>
              </c:pt>
              <c:pt idx="4">
                <c:v>0.5924</c:v>
              </c:pt>
              <c:pt idx="5">
                <c:v>0.6018</c:v>
              </c:pt>
            </c:numLit>
          </c:val>
        </c:ser>
        <c:ser>
          <c:idx val="1"/>
          <c:order val="1"/>
          <c:tx>
            <c:v>Public reviews</c:v>
          </c:tx>
          <c:spPr>
            <a:ln xmlns:a="http://schemas.openxmlformats.org/drawingml/2006/main" w="38100">
              <a:solidFill>
                <a:srgbClr val="397564"/>
              </a:solidFill>
            </a:ln>
          </c:spPr>
          <c:marker>
            <c:symbol val="none"/>
          </c:marker>
          <c:cat>
            <c:numLit>
              <c:formatCode>General</c:formatCode>
              <c:ptCount val="6"/>
              <c:pt idx="0">
                <c:v>1</c:v>
              </c:pt>
              <c:pt idx="1">
                <c:v>3</c:v>
              </c:pt>
              <c:pt idx="2">
                <c:v>5</c:v>
              </c:pt>
              <c:pt idx="3">
                <c:v>10</c:v>
              </c:pt>
              <c:pt idx="4">
                <c:v>20</c:v>
              </c:pt>
              <c:pt idx="5">
                <c:v>40</c:v>
              </c:pt>
            </c:numLit>
          </c:cat>
          <c:val>
            <c:numLit>
              <c:formatCode>0%</c:formatCode>
              <c:ptCount val="6"/>
              <c:pt idx="0">
                <c:v>0.8067</c:v>
              </c:pt>
              <c:pt idx="1">
                <c:v>0.8067</c:v>
              </c:pt>
              <c:pt idx="2">
                <c:v>0.8067</c:v>
              </c:pt>
              <c:pt idx="3">
                <c:v>0.8067</c:v>
              </c:pt>
              <c:pt idx="4">
                <c:v>0.8067</c:v>
              </c:pt>
              <c:pt idx="5">
                <c:v>0.8067</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Current Dossier</c:v>
          </c:tx>
          <c:spPr>
            <a:solidFill xmlns:a="http://schemas.openxmlformats.org/drawingml/2006/main">
              <a:srgbClr val="55718E"/>
            </a:solidFill>
          </c:spPr>
          <c:cat>
            <c:strLit>
              <c:ptCount val="2"/>
              <c:pt idx="0">
                <c:v>Viewer 82</c:v>
              </c:pt>
              <c:pt idx="1">
                <c:v>Viewer 484</c:v>
              </c:pt>
            </c:strLit>
          </c:cat>
          <c:val>
            <c:numLit>
              <c:formatCode>0.0%</c:formatCode>
              <c:ptCount val="2"/>
              <c:pt idx="0">
                <c:v>0.8301</c:v>
              </c:pt>
              <c:pt idx="1">
                <c:v>0.6903</c:v>
              </c:pt>
            </c:numLit>
          </c:val>
        </c:ser>
        <c:ser>
          <c:idx val="1"/>
          <c:order val="1"/>
          <c:tx>
            <c:v>Reviews plus tags</c:v>
          </c:tx>
          <c:spPr>
            <a:solidFill xmlns:a="http://schemas.openxmlformats.org/drawingml/2006/main">
              <a:srgbClr val="397564"/>
            </a:solidFill>
          </c:spPr>
          <c:cat>
            <c:strLit>
              <c:ptCount val="2"/>
              <c:pt idx="0">
                <c:v>Viewer 82</c:v>
              </c:pt>
              <c:pt idx="1">
                <c:v>Viewer 484</c:v>
              </c:pt>
            </c:strLit>
          </c:cat>
          <c:val>
            <c:numLit>
              <c:formatCode>0.0%</c:formatCode>
              <c:ptCount val="2"/>
              <c:pt idx="0">
                <c:v>0.5559</c:v>
              </c:pt>
              <c:pt idx="1">
                <c:v>0.5225</c:v>
              </c:pt>
            </c:numLit>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D7744C-2448-470A-8F5D-FDC22C9E2FA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B708F735-9EAB-41C0-B983-DDF16C1604C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60114A5B-A026-4782-BEB8-7B18050C8B57}"/>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AFBCEAFF-2AB7-44A4-9761-2F60357B3456}"/>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d5e858627cf4069"/>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835958800"/>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704A8A-0541-48D1-9A62-C1C3C68A192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4736FF4D-6DE4-41B9-9097-A58E611D82D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0E559B77-8413-4313-9DE0-9844EE996832}"/>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6CA52954-64BC-470C-AAAF-3511A86681CB}"/>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B7961E6C-38D4-4D04-ADD7-72B09C3DCCC9}"/>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0F745618-9877-4C51-9CF9-261A22E40499}"/>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695702680"/>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FA99B8-764C-486D-9D1E-678291EA9FC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672E859F-64A6-45F8-9343-5B07E7DF09C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19E12898-8541-4DAA-B6FE-66265DD5ECC1}"/>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AD6B1279-4986-4337-A25A-86D356F155E2}"/>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540C2587-5F52-428E-A1A5-0A80D374184B}"/>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1147060409"/>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07E1B2-944F-4D73-9391-923B06F014E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197FBBB7-2066-48BD-989B-7C688D4CDA6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37B2482E-F169-4232-BDC3-DB7BE49FE92A}"/>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ED5394CE-1150-4FB4-9A8F-98AB8F269751}"/>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11FD5A0D-7F8D-4DB1-875B-2F3D71A47560}"/>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A2EC48BF-322D-49EF-B9BA-9C0ADB7D9E94}"/>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B4F1D846-8A71-4D23-B6F7-7F1CAF888E91}"/>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1663223067"/>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B1D7A3-64E0-4CB1-9B2C-1EF83432C74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B1D9B302-513C-4992-AEAE-5C25F5AAB60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CB6F0B3F-80D5-449E-AE83-5A60F8BB27F6}"/>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74FB9652-408F-4222-8C8F-8CF984555876}"/>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62DD553F-9FE8-4CB8-966C-B58AC9808EE1}"/>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A8041008-C98A-4E69-9A87-007B53EB4951}"/>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3BFB2E1A-91EE-4638-B58F-DAEB99DFF9FE}"/>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A46B7C61-82C2-4947-892E-644A6FA6C9BF}"/>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ABE722D8-D9C2-4080-9857-122FA87A55E7}"/>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2071267767"/>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6B9380-FAD6-469F-8D20-1490B4BC728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methods mean</a:t>
            </a:r>
          </a:p>
        </p:txBody>
      </p:sp>
      <p:sp>
        <p:nvSpPr>
          <p:cNvPr id="2" name="">
            <a:extLst xmlns:a="http://schemas.openxmlformats.org/drawingml/2006/main">
              <a:ext uri="{FF2B5EF4-FFF2-40B4-BE49-F238E27FC236}">
                <a16:creationId xmlns:a16="http://schemas.microsoft.com/office/drawing/2014/main" id="{FF3C7D5D-3BA1-4C0C-A6D6-F6081E6B9CC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2047875"/>
          <a:ext xmlns:a="http://schemas.openxmlformats.org/drawingml/2006/main" cx="10820400" cy="3790950"/>
        </p:xfrm>
        <a:graphic xmlns:a="http://schemas.openxmlformats.org/drawingml/2006/main">
          <a:graphicData uri="http://schemas.openxmlformats.org/drawingml/2006/table">
            <a:tbl>
              <a:tblPr firstRow="0" bandRow="0"/>
              <a:tblGrid>
                <a:gridCol w="3238500"/>
                <a:gridCol w="7581900"/>
              </a:tblGrid>
              <a:tr h="758190">
                <a:tc>
                  <a:txBody>
                    <a:bodyPr lIns="114300" tIns="19050" rIns="114300" bIns="19050">
                      <a:noAutofit/>
                    </a:bodyPr>
                    <a:lstStyle/>
                    <a:p>
                      <a:r>
                        <a:rPr sz="19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950" b="1">
                          <a:solidFill>
                            <a:srgbClr val="F2EFE8"/>
                          </a:solidFill>
                          <a:latin typeface="Avenir Next"/>
                          <a:ea typeface="Avenir Next"/>
                          <a:cs typeface="Avenir Next"/>
                        </a:rPr>
                        <a:t>What it does</a:t>
                      </a:r>
                    </a:p>
                  </a:txBody>
                  <a:tcPr marL="91440" marR="91440" marT="45720" marB="45720" anchor="ctr">
                    <a:solidFill>
                      <a:srgbClr val="17252B"/>
                    </a:solidFill>
                  </a:tcPr>
                </a:tc>
              </a:tr>
              <a:tr h="758190">
                <a:tc>
                  <a:txBody>
                    <a:bodyPr lIns="114300" tIns="19050" rIns="114300" bIns="19050">
                      <a:noAutofit/>
                    </a:bodyPr>
                    <a:lstStyle/>
                    <a:p>
                      <a:r>
                        <a:rPr sz="19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Uses your ratings to learn film styles, groups and claims about your taste</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Ranks films by their published average audience rating</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Reviews plus tags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Gives public ratings 75% of the score and personal genre/keyword matching 25%</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CLI</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A command tool that lets the experiment add ratings and inspect Dossier automatically</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836219881"/>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30E912-2CFF-4D31-BFFA-8503EB0DB4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1741C57B-FA95-477C-8B38-694CA2B7966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19050" rIns="114300" bIns="19050">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19050" rIns="114300" bIns="19050">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Protect personal tastes without restoring large losses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519452312"/>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850B32-4FB0-4501-80E0-5D9D109FFF1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3F820855-F149-4E0A-8D72-3175A0DFA66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0D634B79-AE69-48D2-9A30-A2DA447C0A38}"/>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AC067BFA-BFF6-4585-BF3E-A75651DA5C55}"/>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894DB6E5-DD05-4C55-B124-F504E8342D24}"/>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B025C19A-AA93-4A1C-A306-B436ABA8443F}"/>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73461924-1172-4740-B499-0649BDB2C5F1}"/>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EB298A35-F0B4-49C0-B543-68A8C85D0888}"/>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774553907"/>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C9A9D4-9AB1-451A-9D0D-6DBF51251E0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E300BEDA-E1A1-47FB-9364-07AEFAA24F3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A0A510E2-6D9E-4A10-98CF-CBF19F236E77}"/>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C0176643-954A-4DD0-B367-1214903A63BB}"/>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C86F7629-759D-43A9-A09D-61143AAFFF26}"/>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2D82AADD-C24C-4ED0-8BAC-7559DE73D333}"/>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985908380"/>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BF037-C20C-4461-8B8B-B22FF3BB1C7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39899042-1696-488E-9A34-07C3248AB80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35D2C539-8A9E-468D-BC8D-83F13303512F}"/>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7977E585-1CBF-441F-886A-6B1D74508534}"/>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67CA0AC3-5004-41F4-8213-E09359FE992C}"/>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2FF909D6-AA64-4EA0-B58B-45F9B02BEB1F}"/>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05C83DA0-E0BF-44A6-B41F-4C05686C192E}"/>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2128935635"/>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BFC12C-ACB0-47C2-B90E-9E2978390AA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2E941FAA-554A-4B0A-8A8E-0989A4C8614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40C4428E-4FCC-43FC-9E1A-9DDC6D8C836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276544A-96BD-4C8E-8642-B00808DC1C2D}"/>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1612863559"/>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7FBECD-73C8-4CD3-8E41-6EA4DE4678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FAAA518D-48AB-4803-A2A5-F73215071B4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98406A4B-DF20-43A4-961D-27714F2C3830}"/>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CBD6EE57-8222-4C4D-8C80-217AA1014337}"/>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F888A93A-2E59-4450-A511-0D55FEC54EA6}"/>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2449CB6C-9FF4-451E-B511-6F2FEDCEF05C}"/>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14134576"/>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0095D2-DC81-4E0D-9DC0-1505F2768B5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5D99E4F8-DDA6-4B42-AF5B-9F0707A23C5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sp>
        <p:nvSpPr>
          <p:cNvPr id="3" name="">
            <a:extLst xmlns:a="http://schemas.openxmlformats.org/drawingml/2006/main">
              <a:ext uri="{FF2B5EF4-FFF2-40B4-BE49-F238E27FC236}">
                <a16:creationId xmlns:a16="http://schemas.microsoft.com/office/drawing/2014/main" id="{27B56A1F-552B-43D6-9B72-4BDF178CF108}"/>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7B411B38-6222-4EB2-A208-EBF9C2E31AC8}"/>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MovieLens is an archive of film ratings from real people. We used their recorded answers.</a:t>
            </a:r>
          </a:p>
        </p:txBody>
      </p:sp>
      <p:sp>
        <p:nvSpPr>
          <p:cNvPr id="5" name="">
            <a:extLst xmlns:a="http://schemas.openxmlformats.org/drawingml/2006/main">
              <a:ext uri="{FF2B5EF4-FFF2-40B4-BE49-F238E27FC236}">
                <a16:creationId xmlns:a16="http://schemas.microsoft.com/office/drawing/2014/main" id="{0D8F8C9D-2F68-4F35-A826-910AF16233B4}"/>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2F31A5BF-B627-447F-A35F-BBDA455D5F51}"/>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F4938F92-DF96-4772-9817-C694CCEA4CAB}"/>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614649988"/>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8157AF-CA17-4A06-86D7-D6B327CC2DD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6E549A48-A20E-4F9A-94DB-D442E6175989}"/>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BAFA175A-F5BE-4626-AA4D-7AC952435BF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E1ADD7F-5F86-46A0-B80D-074B52FB195C}"/>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25420103"/>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28A7A0-5F8A-4BF1-B961-639E5C382B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8BBB17C1-11C5-462B-806C-616D765C0AE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TMDB is a public database of film details and audience ratings.</a:t>
            </a:r>
          </a:p>
        </p:txBody>
      </p:sp>
      <p:sp>
        <p:nvSpPr>
          <p:cNvPr id="3" name="">
            <a:extLst xmlns:a="http://schemas.openxmlformats.org/drawingml/2006/main">
              <a:ext uri="{FF2B5EF4-FFF2-40B4-BE49-F238E27FC236}">
                <a16:creationId xmlns:a16="http://schemas.microsoft.com/office/drawing/2014/main" id="{6231AA5A-DCFD-4F28-ADA7-9E6AD62C49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10"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19050" rIns="114300" bIns="19050">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418F2204-5590-4847-BD06-239967FA2FC7}"/>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6" name="">
            <a:extLst xmlns:a="http://schemas.openxmlformats.org/drawingml/2006/main">
              <a:ext uri="{FF2B5EF4-FFF2-40B4-BE49-F238E27FC236}">
                <a16:creationId xmlns:a16="http://schemas.microsoft.com/office/drawing/2014/main" id="{8EE0E687-65C0-444B-8B14-8F6F12781E5A}"/>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296552144"/>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A091C1-1989-44B6-8887-7E66FB98DE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85FE1D98-B9C9-4C47-A145-462330DE12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31 viewers</a:t>
            </a:r>
          </a:p>
        </p:txBody>
      </p:sp>
      <p:sp>
        <p:nvSpPr>
          <p:cNvPr id="3" name="">
            <a:extLst xmlns:a="http://schemas.openxmlformats.org/drawingml/2006/main">
              <a:ext uri="{FF2B5EF4-FFF2-40B4-BE49-F238E27FC236}">
                <a16:creationId xmlns:a16="http://schemas.microsoft.com/office/drawing/2014/main" id="{634D8C68-0089-4BF2-A96D-E4B641453F7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6c8fff9ba92e459a"/>
          </a:graphicData>
        </a:graphic>
      </p:graphicFrame>
      <p:sp>
        <p:nvSpPr>
          <p:cNvPr id="5" name="">
            <a:extLst xmlns:a="http://schemas.openxmlformats.org/drawingml/2006/main">
              <a:ext uri="{FF2B5EF4-FFF2-40B4-BE49-F238E27FC236}">
                <a16:creationId xmlns:a16="http://schemas.microsoft.com/office/drawing/2014/main" id="{0F44C4E6-E2B5-486A-921B-47F6E45B7C7E}"/>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880115508"/>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67BBE4-8CF5-4103-9635-F23DB85BDFE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73CBD53D-2262-432A-9481-A6789657A04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sp>
        <p:nvSpPr>
          <p:cNvPr id="3" name="">
            <a:extLst xmlns:a="http://schemas.openxmlformats.org/drawingml/2006/main">
              <a:ext uri="{FF2B5EF4-FFF2-40B4-BE49-F238E27FC236}">
                <a16:creationId xmlns:a16="http://schemas.microsoft.com/office/drawing/2014/main" id="{8DBF9728-87A1-4B8B-B634-E49AF7895B80}"/>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0DFB4C3B-C60E-4EDD-BE67-4EF01908D7BC}"/>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A277AAB1-4A02-474A-810F-61D5DCF3E885}"/>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7CCFECEE-8CD4-4353-A497-6B501023C4F9}"/>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431554781"/>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076902-087A-4540-8ACC-21CB88538EB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1CC121D8-ED6B-44DE-8362-9DB3455F4A4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after 40 total ratings</a:t>
            </a:r>
          </a:p>
        </p:txBody>
      </p:sp>
      <p:sp>
        <p:nvSpPr>
          <p:cNvPr id="3" name="">
            <a:extLst xmlns:a="http://schemas.openxmlformats.org/drawingml/2006/main">
              <a:ext uri="{FF2B5EF4-FFF2-40B4-BE49-F238E27FC236}">
                <a16:creationId xmlns:a16="http://schemas.microsoft.com/office/drawing/2014/main" id="{1DB604DD-BB2B-44EC-9EF9-DFA4BE86B92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19050" rIns="114300" bIns="19050">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19050" rIns="114300" bIns="19050">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19050" rIns="114300" bIns="19050">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F1D7E47F-CCCC-439B-ADFE-F31104DDE407}"/>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3A6525CB-F5E1-4B33-840A-CFCD39A481C4}"/>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1707985039"/>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F693CB-1E55-4FFD-8833-3411C047C99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A4FDDE9F-4A83-49CD-B5CF-FC046B01AFF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fixed TMDB comparison test</a:t>
            </a:r>
          </a:p>
        </p:txBody>
      </p:sp>
      <p:sp>
        <p:nvSpPr>
          <p:cNvPr id="3" name="">
            <a:extLst xmlns:a="http://schemas.openxmlformats.org/drawingml/2006/main">
              <a:ext uri="{FF2B5EF4-FFF2-40B4-BE49-F238E27FC236}">
                <a16:creationId xmlns:a16="http://schemas.microsoft.com/office/drawing/2014/main" id="{48ABED52-159F-4ACD-B6F2-97E55B1A0B8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19050" rIns="114300" bIns="19050">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19050" rIns="114300" bIns="19050">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B4CA568-384B-4A7D-8995-066A511D5F4C}"/>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340646758"/>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A249C4-55AC-46C7-87BD-15C93FCFEE9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57644D37-CE5C-423F-9512-59D1D3B7A25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EBFBC8D3-A0D8-41F3-B365-94EA3B6D893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8B03BEB7-E655-4688-8789-597F0BEE895F}"/>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4115669"/>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FDF025-460C-4286-BFE9-D75F7D70F48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CACDB43D-99BE-4DE8-B15A-F1744C1333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E9377EA9-F7B4-46B5-B27E-B40583FAF9C7}"/>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19050" rIns="114300" bIns="19050">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3E7884C-CD0E-4021-99ED-D3EB69F74060}"/>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F275AD42-E873-4013-BD56-9D21FA0A5F67}"/>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1524043307"/>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31979D-7C26-4302-959D-A6E7AA1DBA8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24CBC7C0-5D20-4520-A5B8-1D6F0C7AFB6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75593AE9-E7E8-47C7-BFD8-11ADC374D1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f026172f178842a9"/>
          </a:graphicData>
        </a:graphic>
      </p:graphicFrame>
      <p:sp>
        <p:nvSpPr>
          <p:cNvPr id="5" name="">
            <a:extLst xmlns:a="http://schemas.openxmlformats.org/drawingml/2006/main">
              <a:ext uri="{FF2B5EF4-FFF2-40B4-BE49-F238E27FC236}">
                <a16:creationId xmlns:a16="http://schemas.microsoft.com/office/drawing/2014/main" id="{FABC8D02-6A39-4CFE-BEE5-F82F790FC1F5}"/>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72380064"/>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6E5060-D2E8-44A9-A637-74B877F1512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F28297F0-DA78-4A21-8CBC-16B32BE549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C2C2E4A9-38EC-4103-A329-DB55B2F464B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19050" rIns="114300" bIns="19050">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6552069-6A9D-4D1D-A4C8-C89D57A559C3}"/>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1111601189"/>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F4CE0A-2B50-4DE2-8D9C-894A3B31CC2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C7B5CF0C-4F13-464F-A081-D4E73C655B0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D68E10CD-D707-4DBC-827F-011F9DFE9C09}"/>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376D7460-D841-4C6A-8B2A-4F19DC3EE4D2}"/>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19F82810-760C-4042-985F-E8D5BA6D8191}"/>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9CB11383-A376-4BB9-A559-CBA7DE3A223B}"/>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1AF3BCB4-386E-4955-BBBB-D755750B2145}"/>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1561214505"/>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17AFA5-44ED-4C3C-B167-6EBCCA28100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17698494-71F0-47DA-A115-3D1086986A4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D6BD02B5-E1DB-4382-BDE6-8FFE1B4D5841}"/>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13DAD454-5A48-4EAE-A82C-6A7F8939F163}"/>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E51916FB-8E0D-4B59-8D83-0A05D767D47C}"/>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1746818541"/>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148ED2-54EA-4520-B63C-4ED0D0D406D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168B7E65-560F-4137-AE49-EE03611D353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1C479880-8EDE-47C4-905E-52E74DE8A991}"/>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3467493D-8352-4C0D-97EA-DBF176EBD753}"/>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0C7FCF19-9B4D-438D-90C8-8DB47382A498}"/>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3E3DE8C7-B059-42A8-B19C-CDC5C028017F}"/>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kept this rule unchanged, then tested 30 new viewers and the 78 previous viewers.</a:t>
            </a:r>
          </a:p>
        </p:txBody>
      </p:sp>
    </p:spTree>
    <p:extLst>
      <p:ext uri="{BB962C8B-B14F-4D97-AF65-F5344CB8AC3E}">
        <p14:creationId xmlns:p14="http://schemas.microsoft.com/office/powerpoint/2010/main" val="1740570532"/>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97CC13-7500-4EAB-AD86-5E924CEF6C5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6E99FE0E-E1D6-4351-9432-E4913A14DC7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sp>
        <p:nvSpPr>
          <p:cNvPr id="3" name="">
            <a:extLst xmlns:a="http://schemas.openxmlformats.org/drawingml/2006/main">
              <a:ext uri="{FF2B5EF4-FFF2-40B4-BE49-F238E27FC236}">
                <a16:creationId xmlns:a16="http://schemas.microsoft.com/office/drawing/2014/main" id="{252A4013-5695-4168-87C2-56711BA83A98}"/>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5454A682-64DC-4960-B26C-18780DD4DD9E}"/>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3E45654B-2A6C-405A-AC81-83751ECF1341}"/>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6788D95A-8856-4D32-ADF1-3D3DD1BAAB64}"/>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at least three points better in those sessions.</a:t>
            </a:r>
          </a:p>
        </p:txBody>
      </p:sp>
      <p:sp>
        <p:nvSpPr>
          <p:cNvPr id="7" name="">
            <a:extLst xmlns:a="http://schemas.openxmlformats.org/drawingml/2006/main">
              <a:ext uri="{FF2B5EF4-FFF2-40B4-BE49-F238E27FC236}">
                <a16:creationId xmlns:a16="http://schemas.microsoft.com/office/drawing/2014/main" id="{232B1372-DE3B-4C0A-B327-85894B475E73}"/>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It misses the people we need to protect.</a:t>
            </a:r>
          </a:p>
        </p:txBody>
      </p:sp>
    </p:spTree>
    <p:extLst>
      <p:ext uri="{BB962C8B-B14F-4D97-AF65-F5344CB8AC3E}">
        <p14:creationId xmlns:p14="http://schemas.microsoft.com/office/powerpoint/2010/main" val="755992645"/>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633654-4958-4FEC-90BA-CF8A61EA998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fixed alternative avoided large losses</a:t>
            </a:r>
          </a:p>
        </p:txBody>
      </p:sp>
      <p:sp>
        <p:nvSpPr>
          <p:cNvPr id="2" name="">
            <a:extLst xmlns:a="http://schemas.openxmlformats.org/drawingml/2006/main">
              <a:ext uri="{FF2B5EF4-FFF2-40B4-BE49-F238E27FC236}">
                <a16:creationId xmlns:a16="http://schemas.microsoft.com/office/drawing/2014/main" id="{B1859AAF-5EF7-4F90-AF5C-BA0EA835678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19050" rIns="114300" bIns="19050">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Fixed alternative, 40 ratings</a:t>
                      </a:r>
                    </a:p>
                  </a:txBody>
                  <a:tcPr marL="91440" marR="91440" marT="45720" marB="45720" anchor="ctr">
                    <a:solidFill>
                      <a:srgbClr val="17252B"/>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27D25E5A-1B2D-46DB-BDDC-7CEFC247F350}"/>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losses. One still loses 3.3 points as ratings increase.</a:t>
            </a:r>
          </a:p>
        </p:txBody>
      </p:sp>
    </p:spTree>
    <p:extLst>
      <p:ext uri="{BB962C8B-B14F-4D97-AF65-F5344CB8AC3E}">
        <p14:creationId xmlns:p14="http://schemas.microsoft.com/office/powerpoint/2010/main" val="1883767925"/>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C8509F-A540-4798-BB84-7E9698D616F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FBD54D7F-387C-494B-A0B1-B0F042A1579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EED04CAE-DCE6-4EF6-A2A3-414FA96C1CBC}"/>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CFDB97C8-9DBC-4373-82D8-0CCFC2CF43B0}"/>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71F744F0-532A-4B1B-9DA3-8812FDE1652F}"/>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BE97E8CD-09FD-4E90-9578-00489A78DDE1}"/>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needs to recognise when personal ratings should outweigh the public consensus.</a:t>
            </a:r>
          </a:p>
        </p:txBody>
      </p:sp>
    </p:spTree>
    <p:extLst>
      <p:ext uri="{BB962C8B-B14F-4D97-AF65-F5344CB8AC3E}">
        <p14:creationId xmlns:p14="http://schemas.microsoft.com/office/powerpoint/2010/main" val="819606234"/>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B39B9D-2DC5-4DC2-80AC-A8310B82942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AB512A74-53B0-48E4-9808-FB6B1942F3D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6DA59CCB-8394-4EBB-BF9F-D0AC38DEDB1B}"/>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19ED124F-3B5A-47E2-A96A-9B05C47F2EB0}"/>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FD112456-A0EF-4270-9C62-1230EA61349E}"/>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tested few people with unusual taste. Keeping answers hidden also left some people with too few dislikes to reveal.</a:t>
            </a:r>
          </a:p>
        </p:txBody>
      </p:sp>
    </p:spTree>
    <p:extLst>
      <p:ext uri="{BB962C8B-B14F-4D97-AF65-F5344CB8AC3E}">
        <p14:creationId xmlns:p14="http://schemas.microsoft.com/office/powerpoint/2010/main" val="796060895"/>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BA3FE4-5134-43C6-B7CB-E148180B19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1BAD6AC8-0363-4E93-90B3-0B465B8DEA9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sp>
        <p:nvSpPr>
          <p:cNvPr id="3" name="">
            <a:extLst xmlns:a="http://schemas.openxmlformats.org/drawingml/2006/main">
              <a:ext uri="{FF2B5EF4-FFF2-40B4-BE49-F238E27FC236}">
                <a16:creationId xmlns:a16="http://schemas.microsoft.com/office/drawing/2014/main" id="{90580EB4-5AE7-4CCD-ACE2-00DE3A025924}"/>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784C2C12-255C-4E3F-9074-493B3D0A8B4C}"/>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29216C2F-A38B-4A01-B6C7-356B635020C8}"/>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70D964A2-2217-4F9A-905B-5B0399C3F8C8}"/>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1712541938"/>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3E0EE4-55EF-42A1-8136-B4FCA4D0C44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D2A9F69-7880-4F87-BAD6-B1816404E2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92DFB1B7-59DB-442C-A4B4-AFAAE6978D2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19050" rIns="114300" bIns="19050">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19050" rIns="114300" bIns="19050">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9F0648C5-4D1E-477A-B36F-C24452137E67}"/>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895731959"/>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0FE6E1-CFC6-4A82-9379-075ECE48A1C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6A0E50CB-D226-478B-B9C9-D49AC1C5CC3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Fixed TMDB comparison test, 31 viewers after 20 ratings</a:t>
            </a:r>
          </a:p>
        </p:txBody>
      </p:sp>
      <p:sp>
        <p:nvSpPr>
          <p:cNvPr id="3" name="">
            <a:extLst xmlns:a="http://schemas.openxmlformats.org/drawingml/2006/main">
              <a:ext uri="{FF2B5EF4-FFF2-40B4-BE49-F238E27FC236}">
                <a16:creationId xmlns:a16="http://schemas.microsoft.com/office/drawing/2014/main" id="{3542B81D-4FC3-4B82-9F1D-DF14557B2A6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143125"/>
          <a:ext xmlns:a="http://schemas.openxmlformats.org/drawingml/2006/main" cx="10820400" cy="3333750"/>
        </p:xfrm>
        <a:graphic xmlns:a="http://schemas.openxmlformats.org/drawingml/2006/main">
          <a:graphicData uri="http://schemas.openxmlformats.org/drawingml/2006/table">
            <a:tbl>
              <a:tblPr firstRow="0" bandRow="0"/>
              <a:tblGrid>
                <a:gridCol w="6572250"/>
                <a:gridCol w="2095500"/>
                <a:gridCol w="2152650"/>
              </a:tblGrid>
              <a:tr h="476250">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per ten</a:t>
                      </a:r>
                    </a:p>
                  </a:txBody>
                  <a:tcPr marL="91440" marR="91440" marT="45720" marB="45720" anchor="ctr">
                    <a:solidFill>
                      <a:srgbClr val="17252B"/>
                    </a:solidFill>
                  </a:tcPr>
                </a:tc>
              </a:tr>
              <a:tr h="47625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4.48</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4.49</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4.36</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4.22</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4.20</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4.16</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33916263"/>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0D6025-AA31-4AEF-ACAE-DF38E1EF7BD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alternatives using public reviews</a:t>
            </a:r>
          </a:p>
        </p:txBody>
      </p:sp>
      <p:sp>
        <p:nvSpPr>
          <p:cNvPr id="2" name="">
            <a:extLst xmlns:a="http://schemas.openxmlformats.org/drawingml/2006/main">
              <a:ext uri="{FF2B5EF4-FFF2-40B4-BE49-F238E27FC236}">
                <a16:creationId xmlns:a16="http://schemas.microsoft.com/office/drawing/2014/main" id="{315F2D38-E0D0-434E-B52C-E2F54F2A50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TMDB comparison test, after 20 ratings</a:t>
            </a:r>
          </a:p>
        </p:txBody>
      </p:sp>
      <p:sp>
        <p:nvSpPr>
          <p:cNvPr id="3" name="">
            <a:extLst xmlns:a="http://schemas.openxmlformats.org/drawingml/2006/main">
              <a:ext uri="{FF2B5EF4-FFF2-40B4-BE49-F238E27FC236}">
                <a16:creationId xmlns:a16="http://schemas.microsoft.com/office/drawing/2014/main" id="{00A6FC71-D4E6-4322-A84F-112E609CCB9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8" name=""/>
          <p:cNvGraphicFramePr/>
          <p:nvPr/>
        </p:nvGraphicFramePr>
        <p:xfrm>
          <a:off xmlns:a="http://schemas.openxmlformats.org/drawingml/2006/main" x="685800" y="2143125"/>
          <a:ext xmlns:a="http://schemas.openxmlformats.org/drawingml/2006/main" cx="10820400" cy="3333750"/>
        </p:xfrm>
        <a:graphic xmlns:a="http://schemas.openxmlformats.org/drawingml/2006/main">
          <a:graphicData uri="http://schemas.openxmlformats.org/drawingml/2006/table">
            <a:tbl>
              <a:tblPr firstRow="0" bandRow="0"/>
              <a:tblGrid>
                <a:gridCol w="6572250"/>
                <a:gridCol w="2095500"/>
                <a:gridCol w="2152650"/>
              </a:tblGrid>
              <a:tr h="555625">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per ten</a:t>
                      </a:r>
                    </a:p>
                  </a:txBody>
                  <a:tcPr marL="91440" marR="91440" marT="45720" marB="45720" anchor="ctr">
                    <a:solidFill>
                      <a:srgbClr val="17252B"/>
                    </a:solidFill>
                  </a:tcPr>
                </a:tc>
              </a:tr>
              <a:tr h="555625">
                <a:tc>
                  <a:txBody>
                    <a:bodyPr lIns="114300" tIns="19050" rIns="114300" bIns="19050">
                      <a:noAutofit/>
                    </a:bodyPr>
                    <a:lstStyle/>
                    <a:p>
                      <a:r>
                        <a:rPr sz="187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5.90</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6.42</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3.93</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845188032"/>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A7536A-29A4-4DEE-A035-F9AD872A176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0AF2524A-C300-4059-BC85-AB033D20457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3A9BB188-783E-4939-AF4B-B3A0FABF6A3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19050" rIns="114300" bIns="19050">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651621351"/>
      </p:ext>
    </p:extLst>
  </p:cSld>
</p:sld>
</file>

<file path=ppt/slides/slide3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01728D-651E-4A8D-ACC9-EA54E7E2408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9B88E8F5-C121-4488-AD48-118E9DFFB1A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36</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19050" rIns="114300" bIns="19050">
                      <a:noAutofit/>
                    </a:bodyPr>
                    <a:lstStyle/>
                    <a:p>
                      <a:r>
                        <a:rPr sz="172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19050" rIns="114300" bIns="19050">
                      <a:noAutofit/>
                    </a:bodyPr>
                    <a:lstStyle/>
                    <a:p>
                      <a:r>
                        <a:rPr sz="1725"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Broad similarities and rating order explained the losses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Missed the people needing personal rankings. Defaults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69761274"/>
      </p:ext>
    </p:extLst>
  </p:cSld>
</p:sld>
</file>

<file path=ppt/slides/slide3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2B23E2-FEC5-4540-BA5A-70B27A3CF83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C5526550-ADAE-483D-9E8E-73A5F1BA970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37</a:t>
            </a:r>
          </a:p>
        </p:txBody>
      </p:sp>
      <p:sp>
        <p:nvSpPr>
          <p:cNvPr id="3" name="">
            <a:extLst xmlns:a="http://schemas.openxmlformats.org/drawingml/2006/main">
              <a:ext uri="{FF2B5EF4-FFF2-40B4-BE49-F238E27FC236}">
                <a16:creationId xmlns:a16="http://schemas.microsoft.com/office/drawing/2014/main" id="{716023AC-52F9-4AF6-A6D1-72C8B160372D}"/>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70F3A7BB-B6AD-4FB1-89B0-E3E5CB4C6EEC}"/>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7F55511A-D020-4EC8-BCF2-C40872EF3672}"/>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489F1073-AC02-470B-8B46-9C6013140A9B}"/>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C8CAA037-02C7-4D0E-B873-3A49B2AA2675}"/>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989CC1C6-A47A-478C-9301-D9C886DAF4B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FDD85BAD-C7D5-4268-8BF2-AC84E2F22E2F}"/>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871814b2bdb4d06">
            <a:extLst>
              <a:ext uri="{96DAC541-7B7A-43D3-8B79-37D633B846F1}">
                <asvg:svgBlip xmlns:asvg="http://schemas.microsoft.com/office/drawing/2016/SVG/main" r:embed="R2ee906e5bbe646fb"/>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2019285870"/>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2026-10-02T20:04:20.6720000Z</dcterms:created>
  <dcterms:modified xsi:type="dcterms:W3CDTF">2026-10-02T20:04:20.6720000Z</dcterms:modified>
</coreProperties>
</file>