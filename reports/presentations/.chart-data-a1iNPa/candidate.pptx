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3dd379cdb974e63" /><Relationship Type="http://schemas.openxmlformats.org/officeDocument/2006/relationships/extended-properties" Target="/docProps/app.xml" Id="R8d22bb77f63d47a9" /><Relationship Type="http://schemas.openxmlformats.org/officeDocument/2006/relationships/officeDocument" Target="/ppt/presentation.xml" Id="R92c5db7127454093" /></Relationships>
</file>

<file path=ppt/presentation.xml><?xml version="1.0" encoding="utf-8"?>
<p:presentation xmlns:p="http://schemas.openxmlformats.org/presentationml/2006/main">
  <p:sldMasterIdLst>
    <p:sldMasterId xmlns:r="http://schemas.openxmlformats.org/officeDocument/2006/relationships" id="2147483648" r:id="Rcd884f5e64b44b54"/>
  </p:sldMasterIdLst>
  <p:notesMasterIdLst>
    <p:notesMasterId xmlns:r="http://schemas.openxmlformats.org/officeDocument/2006/relationships" r:id="Rffdf0732ebcc42fc"/>
  </p:notesMasterIdLst>
  <p:sldIdLst>
    <p:sldId xmlns:r="http://schemas.openxmlformats.org/officeDocument/2006/relationships" id="256" r:id="R1677d45477474144"/>
    <p:sldId xmlns:r="http://schemas.openxmlformats.org/officeDocument/2006/relationships" id="257" r:id="R2ac87d9e4a4040f4"/>
    <p:sldId xmlns:r="http://schemas.openxmlformats.org/officeDocument/2006/relationships" id="258" r:id="Raccd0b8b59d9416d"/>
    <p:sldId xmlns:r="http://schemas.openxmlformats.org/officeDocument/2006/relationships" id="259" r:id="Rff6a736d487c401a"/>
    <p:sldId xmlns:r="http://schemas.openxmlformats.org/officeDocument/2006/relationships" id="260" r:id="R7918dea6c4e64a8b"/>
    <p:sldId xmlns:r="http://schemas.openxmlformats.org/officeDocument/2006/relationships" id="261" r:id="R445dc5fd1dca4d6b"/>
    <p:sldId xmlns:r="http://schemas.openxmlformats.org/officeDocument/2006/relationships" id="262" r:id="Rf8378bb5ae714910"/>
    <p:sldId xmlns:r="http://schemas.openxmlformats.org/officeDocument/2006/relationships" id="263" r:id="Ra5bb8509cb9342b0"/>
    <p:sldId xmlns:r="http://schemas.openxmlformats.org/officeDocument/2006/relationships" id="264" r:id="R539c5873e8824af2"/>
    <p:sldId xmlns:r="http://schemas.openxmlformats.org/officeDocument/2006/relationships" id="265" r:id="R341b8ec1c9d04870"/>
    <p:sldId xmlns:r="http://schemas.openxmlformats.org/officeDocument/2006/relationships" id="266" r:id="R7e808bb6db9d43fb"/>
    <p:sldId xmlns:r="http://schemas.openxmlformats.org/officeDocument/2006/relationships" id="267" r:id="Rb0321af20ef5424a"/>
    <p:sldId xmlns:r="http://schemas.openxmlformats.org/officeDocument/2006/relationships" id="268" r:id="R7bb41fa6dde74ea8"/>
    <p:sldId xmlns:r="http://schemas.openxmlformats.org/officeDocument/2006/relationships" id="269" r:id="R74f64e504f2344e0"/>
    <p:sldId xmlns:r="http://schemas.openxmlformats.org/officeDocument/2006/relationships" id="270" r:id="Rf2cd4d6d6e5d42e1"/>
    <p:sldId xmlns:r="http://schemas.openxmlformats.org/officeDocument/2006/relationships" id="271" r:id="R6c19382e531c454b"/>
    <p:sldId xmlns:r="http://schemas.openxmlformats.org/officeDocument/2006/relationships" id="272" r:id="R61d86ce7caa34f6a"/>
    <p:sldId xmlns:r="http://schemas.openxmlformats.org/officeDocument/2006/relationships" id="273" r:id="R82cf7a1384d8422b"/>
    <p:sldId xmlns:r="http://schemas.openxmlformats.org/officeDocument/2006/relationships" id="274" r:id="R16cca3b3b1e84b55"/>
    <p:sldId xmlns:r="http://schemas.openxmlformats.org/officeDocument/2006/relationships" id="275" r:id="Rcd541ddb1ece4537"/>
    <p:sldId xmlns:r="http://schemas.openxmlformats.org/officeDocument/2006/relationships" id="276" r:id="R53070ef32b7e4715"/>
    <p:sldId xmlns:r="http://schemas.openxmlformats.org/officeDocument/2006/relationships" id="277" r:id="Re98eaa2264274bf9"/>
    <p:sldId xmlns:r="http://schemas.openxmlformats.org/officeDocument/2006/relationships" id="278" r:id="Ra470882009f2482e"/>
    <p:sldId xmlns:r="http://schemas.openxmlformats.org/officeDocument/2006/relationships" id="279" r:id="Rae7b4dbf055c4c17"/>
    <p:sldId xmlns:r="http://schemas.openxmlformats.org/officeDocument/2006/relationships" id="280" r:id="R0757b43814e647b6"/>
    <p:sldId xmlns:r="http://schemas.openxmlformats.org/officeDocument/2006/relationships" id="281" r:id="R64c24c10f6ca4af1"/>
    <p:sldId xmlns:r="http://schemas.openxmlformats.org/officeDocument/2006/relationships" id="282" r:id="R9fa89917b6504bb0"/>
    <p:sldId xmlns:r="http://schemas.openxmlformats.org/officeDocument/2006/relationships" id="283" r:id="R29351689e5714770"/>
    <p:sldId xmlns:r="http://schemas.openxmlformats.org/officeDocument/2006/relationships" id="284" r:id="Rd2b70d72c34c4d22"/>
    <p:sldId xmlns:r="http://schemas.openxmlformats.org/officeDocument/2006/relationships" id="285" r:id="Racbb38f4aaf24855"/>
    <p:sldId xmlns:r="http://schemas.openxmlformats.org/officeDocument/2006/relationships" id="286" r:id="R68ce9e6524344220"/>
    <p:sldId xmlns:r="http://schemas.openxmlformats.org/officeDocument/2006/relationships" id="287" r:id="Rc26952b599ec412f"/>
    <p:sldId xmlns:r="http://schemas.openxmlformats.org/officeDocument/2006/relationships" id="288" r:id="Rc16d0c10c39a4c96"/>
    <p:sldId xmlns:r="http://schemas.openxmlformats.org/officeDocument/2006/relationships" id="289" r:id="Rb0c498d6bd7c44c7"/>
    <p:sldId xmlns:r="http://schemas.openxmlformats.org/officeDocument/2006/relationships" id="290" r:id="R14a50927e5df4f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112e6e8f254a3c" /><Relationship Type="http://schemas.openxmlformats.org/officeDocument/2006/relationships/slideMaster" Target="/ppt/slideMasters/slideMaster1.xml" Id="Rcd884f5e64b44b54" /><Relationship Type="http://schemas.openxmlformats.org/officeDocument/2006/relationships/notesMaster" Target="/ppt/notesMasters/notesMaster1.xml" Id="Rffdf0732ebcc42fc" /><Relationship Type="http://schemas.openxmlformats.org/officeDocument/2006/relationships/presProps" Target="/ppt/presProps.xml" Id="Ra89399e61cfa4c08" /><Relationship Type="http://schemas.openxmlformats.org/officeDocument/2006/relationships/tableStyles" Target="/ppt/tableStyles.xml" Id="R314783bcb80642d5" /><Relationship Type="http://schemas.openxmlformats.org/officeDocument/2006/relationships/slide" Target="/ppt/slides/slide1.xml" Id="R1677d45477474144" /><Relationship Type="http://schemas.openxmlformats.org/officeDocument/2006/relationships/slide" Target="/ppt/slides/slide2.xml" Id="R2ac87d9e4a4040f4" /><Relationship Type="http://schemas.openxmlformats.org/officeDocument/2006/relationships/slide" Target="/ppt/slides/slide3.xml" Id="Raccd0b8b59d9416d" /><Relationship Type="http://schemas.openxmlformats.org/officeDocument/2006/relationships/slide" Target="/ppt/slides/slide4.xml" Id="Rff6a736d487c401a" /><Relationship Type="http://schemas.openxmlformats.org/officeDocument/2006/relationships/slide" Target="/ppt/slides/slide5.xml" Id="R7918dea6c4e64a8b" /><Relationship Type="http://schemas.openxmlformats.org/officeDocument/2006/relationships/slide" Target="/ppt/slides/slide6.xml" Id="R445dc5fd1dca4d6b" /><Relationship Type="http://schemas.openxmlformats.org/officeDocument/2006/relationships/slide" Target="/ppt/slides/slide7.xml" Id="Rf8378bb5ae714910" /><Relationship Type="http://schemas.openxmlformats.org/officeDocument/2006/relationships/slide" Target="/ppt/slides/slide8.xml" Id="Ra5bb8509cb9342b0" /><Relationship Type="http://schemas.openxmlformats.org/officeDocument/2006/relationships/slide" Target="/ppt/slides/slide9.xml" Id="R539c5873e8824af2" /><Relationship Type="http://schemas.openxmlformats.org/officeDocument/2006/relationships/slide" Target="/ppt/slides/slide10.xml" Id="R341b8ec1c9d04870" /><Relationship Type="http://schemas.openxmlformats.org/officeDocument/2006/relationships/slide" Target="/ppt/slides/slide11.xml" Id="R7e808bb6db9d43fb" /><Relationship Type="http://schemas.openxmlformats.org/officeDocument/2006/relationships/slide" Target="/ppt/slides/slide12.xml" Id="Rb0321af20ef5424a" /><Relationship Type="http://schemas.openxmlformats.org/officeDocument/2006/relationships/slide" Target="/ppt/slides/slide13.xml" Id="R7bb41fa6dde74ea8" /><Relationship Type="http://schemas.openxmlformats.org/officeDocument/2006/relationships/slide" Target="/ppt/slides/slide14.xml" Id="R74f64e504f2344e0" /><Relationship Type="http://schemas.openxmlformats.org/officeDocument/2006/relationships/slide" Target="/ppt/slides/slide15.xml" Id="Rf2cd4d6d6e5d42e1" /><Relationship Type="http://schemas.openxmlformats.org/officeDocument/2006/relationships/slide" Target="/ppt/slides/slide16.xml" Id="R6c19382e531c454b" /><Relationship Type="http://schemas.openxmlformats.org/officeDocument/2006/relationships/slide" Target="/ppt/slides/slide17.xml" Id="R61d86ce7caa34f6a" /><Relationship Type="http://schemas.openxmlformats.org/officeDocument/2006/relationships/slide" Target="/ppt/slides/slide18.xml" Id="R82cf7a1384d8422b" /><Relationship Type="http://schemas.openxmlformats.org/officeDocument/2006/relationships/slide" Target="/ppt/slides/slide19.xml" Id="R16cca3b3b1e84b55" /><Relationship Type="http://schemas.openxmlformats.org/officeDocument/2006/relationships/slide" Target="/ppt/slides/slide20.xml" Id="Rcd541ddb1ece4537" /><Relationship Type="http://schemas.openxmlformats.org/officeDocument/2006/relationships/slide" Target="/ppt/slides/slide21.xml" Id="R53070ef32b7e4715" /><Relationship Type="http://schemas.openxmlformats.org/officeDocument/2006/relationships/slide" Target="/ppt/slides/slide22.xml" Id="Re98eaa2264274bf9" /><Relationship Type="http://schemas.openxmlformats.org/officeDocument/2006/relationships/slide" Target="/ppt/slides/slide23.xml" Id="Ra470882009f2482e" /><Relationship Type="http://schemas.openxmlformats.org/officeDocument/2006/relationships/slide" Target="/ppt/slides/slide24.xml" Id="Rae7b4dbf055c4c17" /><Relationship Type="http://schemas.openxmlformats.org/officeDocument/2006/relationships/slide" Target="/ppt/slides/slide25.xml" Id="R0757b43814e647b6" /><Relationship Type="http://schemas.openxmlformats.org/officeDocument/2006/relationships/slide" Target="/ppt/slides/slide26.xml" Id="R64c24c10f6ca4af1" /><Relationship Type="http://schemas.openxmlformats.org/officeDocument/2006/relationships/slide" Target="/ppt/slides/slide27.xml" Id="R9fa89917b6504bb0" /><Relationship Type="http://schemas.openxmlformats.org/officeDocument/2006/relationships/slide" Target="/ppt/slides/slide28.xml" Id="R29351689e5714770" /><Relationship Type="http://schemas.openxmlformats.org/officeDocument/2006/relationships/slide" Target="/ppt/slides/slide29.xml" Id="Rd2b70d72c34c4d22" /><Relationship Type="http://schemas.openxmlformats.org/officeDocument/2006/relationships/slide" Target="/ppt/slides/slide30.xml" Id="Racbb38f4aaf24855" /><Relationship Type="http://schemas.openxmlformats.org/officeDocument/2006/relationships/slide" Target="/ppt/slides/slide31.xml" Id="R68ce9e6524344220" /><Relationship Type="http://schemas.openxmlformats.org/officeDocument/2006/relationships/slide" Target="/ppt/slides/slide32.xml" Id="Rc26952b599ec412f" /><Relationship Type="http://schemas.openxmlformats.org/officeDocument/2006/relationships/slide" Target="/ppt/slides/slide33.xml" Id="Rc16d0c10c39a4c96" /><Relationship Type="http://schemas.openxmlformats.org/officeDocument/2006/relationships/slide" Target="/ppt/slides/slide34.xml" Id="Rb0c498d6bd7c44c7" /><Relationship Type="http://schemas.openxmlformats.org/officeDocument/2006/relationships/slide" Target="/ppt/slides/slide35.xml" Id="R14a50927e5df4f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c91adc10be40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01b34bcd44449b" /><Relationship Type="http://schemas.openxmlformats.org/officeDocument/2006/relationships/notesMaster" Target="/ppt/notesMasters/notesMaster1.xml" Id="R29377ca47fc544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31ee8b83a5431d" /><Relationship Type="http://schemas.openxmlformats.org/officeDocument/2006/relationships/notesMaster" Target="/ppt/notesMasters/notesMaster1.xml" Id="R5f277997e36640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f57007e8ef4844" /><Relationship Type="http://schemas.openxmlformats.org/officeDocument/2006/relationships/notesMaster" Target="/ppt/notesMasters/notesMaster1.xml" Id="R89e3769c400d4a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18ab3fddb94c74" /><Relationship Type="http://schemas.openxmlformats.org/officeDocument/2006/relationships/notesMaster" Target="/ppt/notesMasters/notesMaster1.xml" Id="Rfd30ae80398841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aebdf88fa4826" /><Relationship Type="http://schemas.openxmlformats.org/officeDocument/2006/relationships/notesMaster" Target="/ppt/notesMasters/notesMaster1.xml" Id="R58ebc4a1a7ad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93f5198cea4741" /><Relationship Type="http://schemas.openxmlformats.org/officeDocument/2006/relationships/notesMaster" Target="/ppt/notesMasters/notesMaster1.xml" Id="R25d4daae28fe4e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11ad8fa8294a71" /><Relationship Type="http://schemas.openxmlformats.org/officeDocument/2006/relationships/notesMaster" Target="/ppt/notesMasters/notesMaster1.xml" Id="R7adc4ab0d13542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8dd4e3677a48e7" /><Relationship Type="http://schemas.openxmlformats.org/officeDocument/2006/relationships/notesMaster" Target="/ppt/notesMasters/notesMaster1.xml" Id="R1df9897b6ebd43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18c4b8e56a4cd7" /><Relationship Type="http://schemas.openxmlformats.org/officeDocument/2006/relationships/notesMaster" Target="/ppt/notesMasters/notesMaster1.xml" Id="R7dba625d8f3c4f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9306c0cbec4dbc" /><Relationship Type="http://schemas.openxmlformats.org/officeDocument/2006/relationships/notesMaster" Target="/ppt/notesMasters/notesMaster1.xml" Id="Rb6e6e11e3533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41c93231d34113" /><Relationship Type="http://schemas.openxmlformats.org/officeDocument/2006/relationships/notesMaster" Target="/ppt/notesMasters/notesMaster1.xml" Id="R57cc07d57b7642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cfd068744540c5" /><Relationship Type="http://schemas.openxmlformats.org/officeDocument/2006/relationships/notesMaster" Target="/ppt/notesMasters/notesMaster1.xml" Id="R45931ba9f5bd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ece114e9e74b1c" /><Relationship Type="http://schemas.openxmlformats.org/officeDocument/2006/relationships/notesMaster" Target="/ppt/notesMasters/notesMaster1.xml" Id="R7c1b54ee218240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1fe88d48d744e7" /><Relationship Type="http://schemas.openxmlformats.org/officeDocument/2006/relationships/notesMaster" Target="/ppt/notesMasters/notesMaster1.xml" Id="R80f60f9075da42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f14a48382d4d52" /><Relationship Type="http://schemas.openxmlformats.org/officeDocument/2006/relationships/notesMaster" Target="/ppt/notesMasters/notesMaster1.xml" Id="R44aad2b20ef44b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6a664acafc4143" /><Relationship Type="http://schemas.openxmlformats.org/officeDocument/2006/relationships/notesMaster" Target="/ppt/notesMasters/notesMaster1.xml" Id="Rdf32ca94acff4b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a6645488144fc1" /><Relationship Type="http://schemas.openxmlformats.org/officeDocument/2006/relationships/notesMaster" Target="/ppt/notesMasters/notesMaster1.xml" Id="R0d5a554f64c942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736de52e494403" /><Relationship Type="http://schemas.openxmlformats.org/officeDocument/2006/relationships/notesMaster" Target="/ppt/notesMasters/notesMaster1.xml" Id="Rb7a021ef86404c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c14ecff5314c35" /><Relationship Type="http://schemas.openxmlformats.org/officeDocument/2006/relationships/notesMaster" Target="/ppt/notesMasters/notesMaster1.xml" Id="R475acbc89b8e47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51cad41cbc4f9b" /><Relationship Type="http://schemas.openxmlformats.org/officeDocument/2006/relationships/notesMaster" Target="/ppt/notesMasters/notesMaster1.xml" Id="Rfcf56fac03874d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385d5312034a6a" /><Relationship Type="http://schemas.openxmlformats.org/officeDocument/2006/relationships/notesMaster" Target="/ppt/notesMasters/notesMaster1.xml" Id="R974d1968445746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acb470cc434f37" /><Relationship Type="http://schemas.openxmlformats.org/officeDocument/2006/relationships/notesMaster" Target="/ppt/notesMasters/notesMaster1.xml" Id="R637df0b830a946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d1d0b40c9f4253" /><Relationship Type="http://schemas.openxmlformats.org/officeDocument/2006/relationships/notesMaster" Target="/ppt/notesMasters/notesMaster1.xml" Id="R98525ab948b740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f6bc76763943ef" /><Relationship Type="http://schemas.openxmlformats.org/officeDocument/2006/relationships/notesMaster" Target="/ppt/notesMasters/notesMaster1.xml" Id="R8f3af09fb67a40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e08a7e40d014faf" /><Relationship Type="http://schemas.openxmlformats.org/officeDocument/2006/relationships/notesMaster" Target="/ppt/notesMasters/notesMaster1.xml" Id="Rede574a4bd8c449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235394740b4112" /><Relationship Type="http://schemas.openxmlformats.org/officeDocument/2006/relationships/notesMaster" Target="/ppt/notesMasters/notesMaster1.xml" Id="R0e891530835b42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6a4cf844564497" /><Relationship Type="http://schemas.openxmlformats.org/officeDocument/2006/relationships/notesMaster" Target="/ppt/notesMasters/notesMaster1.xml" Id="Rd4c8308e2a5446c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8f08867e724cfe" /><Relationship Type="http://schemas.openxmlformats.org/officeDocument/2006/relationships/notesMaster" Target="/ppt/notesMasters/notesMaster1.xml" Id="R2cfd862648dc43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77f8fe298241e3" /><Relationship Type="http://schemas.openxmlformats.org/officeDocument/2006/relationships/notesMaster" Target="/ppt/notesMasters/notesMaster1.xml" Id="R30f591b5f991487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9020c0c937474b" /><Relationship Type="http://schemas.openxmlformats.org/officeDocument/2006/relationships/notesMaster" Target="/ppt/notesMasters/notesMaster1.xml" Id="R9ab9790a1df142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4670f65b2c540a8" /><Relationship Type="http://schemas.openxmlformats.org/officeDocument/2006/relationships/notesMaster" Target="/ppt/notesMasters/notesMaster1.xml" Id="Rc7f6ca629a3d488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03d9f44bbc14ebc" /><Relationship Type="http://schemas.openxmlformats.org/officeDocument/2006/relationships/notesMaster" Target="/ppt/notesMasters/notesMaster1.xml" Id="R2e854c2206b847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c66a1540d7f43a8" /><Relationship Type="http://schemas.openxmlformats.org/officeDocument/2006/relationships/notesMaster" Target="/ppt/notesMasters/notesMaster1.xml" Id="Rbd90f7920f444c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49dad9a829f474b" /><Relationship Type="http://schemas.openxmlformats.org/officeDocument/2006/relationships/notesMaster" Target="/ppt/notesMasters/notesMaster1.xml" Id="R8edcfd4054864f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05b5fcc03c4544" /><Relationship Type="http://schemas.openxmlformats.org/officeDocument/2006/relationships/notesMaster" Target="/ppt/notesMasters/notesMaster1.xml" Id="Ra0c55ab491274a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570dc797b245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ccd957c6e4087" /><Relationship Type="http://schemas.openxmlformats.org/officeDocument/2006/relationships/slideLayout" Target="/ppt/slideLayouts/slideLayout1.xml" Id="R10e014b2945145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e014b2945145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8d7e184f364cf4" /><Relationship Type="http://schemas.openxmlformats.org/officeDocument/2006/relationships/image" Target="/ppt/media/image.png" Id="R032a0f7bf946446e" /><Relationship Type="http://schemas.openxmlformats.org/officeDocument/2006/relationships/notesSlide" Target="/ppt/notesSlides/notesSlide1.xml" Id="R5c0469b5982747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650dcda8784041" /><Relationship Type="http://schemas.openxmlformats.org/officeDocument/2006/relationships/notesSlide" Target="/ppt/notesSlides/notesSlide2.xml" Id="Rd79a8871bca04d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40ae91a7c547f0" /><Relationship Type="http://schemas.openxmlformats.org/officeDocument/2006/relationships/notesSlide" Target="/ppt/notesSlides/notesSlide3.xml" Id="R5359f5e56a8848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f4a398173b4420" /><Relationship Type="http://schemas.openxmlformats.org/officeDocument/2006/relationships/notesSlide" Target="/ppt/notesSlides/notesSlide4.xml" Id="R9b378733ad0143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e467e31ef24083" /><Relationship Type="http://schemas.openxmlformats.org/officeDocument/2006/relationships/notesSlide" Target="/ppt/notesSlides/notesSlide5.xml" Id="R3d8b553c6c0440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9416ef89a24fa3" /><Relationship Type="http://schemas.openxmlformats.org/officeDocument/2006/relationships/notesSlide" Target="/ppt/notesSlides/notesSlide6.xml" Id="Reddd65654c4f41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cd605dcb50445a" /><Relationship Type="http://schemas.openxmlformats.org/officeDocument/2006/relationships/notesSlide" Target="/ppt/notesSlides/notesSlide7.xml" Id="R6f28f447810545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a354d31b8e4737" /><Relationship Type="http://schemas.openxmlformats.org/officeDocument/2006/relationships/notesSlide" Target="/ppt/notesSlides/notesSlide8.xml" Id="R84146b263f6449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7040ecb7b34457" /><Relationship Type="http://schemas.openxmlformats.org/officeDocument/2006/relationships/notesSlide" Target="/ppt/notesSlides/notesSlide9.xml" Id="R3a0a055e09c54e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5188542a6541ac" /><Relationship Type="http://schemas.openxmlformats.org/officeDocument/2006/relationships/notesSlide" Target="/ppt/notesSlides/notesSlide10.xml" Id="R79c61ab07ac147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0c93535bbc4e16" /><Relationship Type="http://schemas.openxmlformats.org/officeDocument/2006/relationships/notesSlide" Target="/ppt/notesSlides/notesSlide11.xml" Id="R314fa07d7c8842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14758e325f4e4a" /><Relationship Type="http://schemas.openxmlformats.org/officeDocument/2006/relationships/notesSlide" Target="/ppt/notesSlides/notesSlide12.xml" Id="Ra522c399c86148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9e68d7a8b614294" /><Relationship Type="http://schemas.openxmlformats.org/officeDocument/2006/relationships/notesSlide" Target="/ppt/notesSlides/notesSlide13.xml" Id="R24fc9bc63f924c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d9318aa3bd4514" /><Relationship Type="http://schemas.openxmlformats.org/officeDocument/2006/relationships/notesSlide" Target="/ppt/notesSlides/notesSlide14.xml" Id="R0e39dba74f3845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950e3377f94ec5" /><Relationship Type="http://schemas.openxmlformats.org/officeDocument/2006/relationships/chart" Target="/ppt/slides/charts/chart1.xml" Id="R95261b779fc34565" /><Relationship Type="http://schemas.openxmlformats.org/officeDocument/2006/relationships/notesSlide" Target="/ppt/notesSlides/notesSlide15.xml" Id="Rd44c2283abec4a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b4389ba96240b9" /><Relationship Type="http://schemas.openxmlformats.org/officeDocument/2006/relationships/notesSlide" Target="/ppt/notesSlides/notesSlide16.xml" Id="Re2fe2f3882274e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876be13bb1a40af" /><Relationship Type="http://schemas.openxmlformats.org/officeDocument/2006/relationships/notesSlide" Target="/ppt/notesSlides/notesSlide17.xml" Id="R7069184012c54c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60c055a6fa4062" /><Relationship Type="http://schemas.openxmlformats.org/officeDocument/2006/relationships/notesSlide" Target="/ppt/notesSlides/notesSlide18.xml" Id="Rdb403fe6633d43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9da5631161493e" /><Relationship Type="http://schemas.openxmlformats.org/officeDocument/2006/relationships/notesSlide" Target="/ppt/notesSlides/notesSlide19.xml" Id="R01c274d96b9d4a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7e1d1638ba04698" /><Relationship Type="http://schemas.openxmlformats.org/officeDocument/2006/relationships/notesSlide" Target="/ppt/notesSlides/notesSlide20.xml" Id="R2d269b71f1f843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9cca0a249f4a90" /><Relationship Type="http://schemas.openxmlformats.org/officeDocument/2006/relationships/chart" Target="/ppt/slides/charts/chart2.xml" Id="Rb232a6075839433d" /><Relationship Type="http://schemas.openxmlformats.org/officeDocument/2006/relationships/notesSlide" Target="/ppt/notesSlides/notesSlide21.xml" Id="R8316607e23b34a8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c992689d1064740" /><Relationship Type="http://schemas.openxmlformats.org/officeDocument/2006/relationships/notesSlide" Target="/ppt/notesSlides/notesSlide22.xml" Id="R14870f27edeb4ca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522a72b88d24993" /><Relationship Type="http://schemas.openxmlformats.org/officeDocument/2006/relationships/notesSlide" Target="/ppt/notesSlides/notesSlide23.xml" Id="Rb5c8954230774a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0e58974b474725" /><Relationship Type="http://schemas.openxmlformats.org/officeDocument/2006/relationships/notesSlide" Target="/ppt/notesSlides/notesSlide24.xml" Id="Rd1e32d1cf23244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811d66094864552" /><Relationship Type="http://schemas.openxmlformats.org/officeDocument/2006/relationships/notesSlide" Target="/ppt/notesSlides/notesSlide25.xml" Id="R69504ad0252c4a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8473774993a4aa7" /><Relationship Type="http://schemas.openxmlformats.org/officeDocument/2006/relationships/notesSlide" Target="/ppt/notesSlides/notesSlide26.xml" Id="R476939d0685b42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e531d28eaa4cbe" /><Relationship Type="http://schemas.openxmlformats.org/officeDocument/2006/relationships/notesSlide" Target="/ppt/notesSlides/notesSlide27.xml" Id="Re8796f922b784e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61f0994c2754f62" /><Relationship Type="http://schemas.openxmlformats.org/officeDocument/2006/relationships/notesSlide" Target="/ppt/notesSlides/notesSlide28.xml" Id="R2f4e4402c5954ec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f902f818b78423c" /><Relationship Type="http://schemas.openxmlformats.org/officeDocument/2006/relationships/notesSlide" Target="/ppt/notesSlides/notesSlide29.xml" Id="Rd56e1bb7db9540d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4bc0a621ffa43b8" /><Relationship Type="http://schemas.openxmlformats.org/officeDocument/2006/relationships/notesSlide" Target="/ppt/notesSlides/notesSlide30.xml" Id="R830902e4040c408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a445e2faa864b9f" /><Relationship Type="http://schemas.openxmlformats.org/officeDocument/2006/relationships/notesSlide" Target="/ppt/notesSlides/notesSlide31.xml" Id="R8b5151450840482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5a56b2fa620493c" /><Relationship Type="http://schemas.openxmlformats.org/officeDocument/2006/relationships/notesSlide" Target="/ppt/notesSlides/notesSlide32.xml" Id="R5d94de743e404db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9579975a13e4601" /><Relationship Type="http://schemas.openxmlformats.org/officeDocument/2006/relationships/notesSlide" Target="/ppt/notesSlides/notesSlide33.xml" Id="R10c1a9b4d8354e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a4b9817e75d4870" /><Relationship Type="http://schemas.openxmlformats.org/officeDocument/2006/relationships/notesSlide" Target="/ppt/notesSlides/notesSlide34.xml" Id="R32e30b473b0b455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6293702f2174b4e" /><Relationship Type="http://schemas.openxmlformats.org/officeDocument/2006/relationships/image" Target="/ppt/media/image2.png" Id="R279c58fa541d43b1" /><Relationship Type="http://schemas.openxmlformats.org/officeDocument/2006/relationships/image" Target="/ppt/media/image.svg" Id="R9999652378f742ff" /><Relationship Type="http://schemas.openxmlformats.org/officeDocument/2006/relationships/notesSlide" Target="/ppt/notesSlides/notesSlide35.xml" Id="R8708ed30d2fd48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Ref>
              <c:f>'Chart Data'!$A$2:$A$7</c:f>
              <c:numCache>
                <c:formatCode>General</c:formatCode>
                <c:ptCount val="6"/>
                <c:pt idx="0">
                  <c:v>1</c:v>
                </c:pt>
                <c:pt idx="1">
                  <c:v>3</c:v>
                </c:pt>
                <c:pt idx="2">
                  <c:v>5</c:v>
                </c:pt>
                <c:pt idx="3">
                  <c:v>10</c:v>
                </c:pt>
                <c:pt idx="4">
                  <c:v>20</c:v>
                </c:pt>
                <c:pt idx="5">
                  <c:v>40</c:v>
                </c:pt>
              </c:numCache>
            </c:numRef>
          </c:cat>
          <c:val>
            <c:numRef>
              <c:f>'Chart Data'!$B$2:$B$7</c:f>
              <c:numCache>
                <c:formatCode>0%</c:formatCode>
                <c:ptCount val="6"/>
                <c:pt idx="0">
                  <c:v>0.5298</c:v>
                </c:pt>
                <c:pt idx="1">
                  <c:v>0.5494</c:v>
                </c:pt>
                <c:pt idx="2">
                  <c:v>0.5653</c:v>
                </c:pt>
                <c:pt idx="3">
                  <c:v>0.576</c:v>
                </c:pt>
                <c:pt idx="4">
                  <c:v>0.5924</c:v>
                </c:pt>
                <c:pt idx="5">
                  <c:v>0.6018</c:v>
                </c:pt>
              </c:numCache>
            </c:numRef>
          </c:val>
        </c:ser>
        <c:ser>
          <c:idx val="1"/>
          <c:order val="1"/>
          <c:tx>
            <c:v>Public reviews</c:v>
          </c:tx>
          <c:spPr>
            <a:ln xmlns:a="http://schemas.openxmlformats.org/drawingml/2006/main" w="38100">
              <a:solidFill>
                <a:srgbClr val="397564"/>
              </a:solidFill>
            </a:ln>
          </c:spPr>
          <c:marker>
            <c:symbol val="none"/>
          </c:marker>
          <c:cat>
            <c:numRef>
              <c:f>'Chart Data'!$C$2:$C$7</c:f>
              <c:numCache>
                <c:formatCode>General</c:formatCode>
                <c:ptCount val="6"/>
                <c:pt idx="0">
                  <c:v>1</c:v>
                </c:pt>
                <c:pt idx="1">
                  <c:v>3</c:v>
                </c:pt>
                <c:pt idx="2">
                  <c:v>5</c:v>
                </c:pt>
                <c:pt idx="3">
                  <c:v>10</c:v>
                </c:pt>
                <c:pt idx="4">
                  <c:v>20</c:v>
                </c:pt>
                <c:pt idx="5">
                  <c:v>40</c:v>
                </c:pt>
              </c:numCache>
            </c:numRef>
          </c:cat>
          <c:val>
            <c:numRef>
              <c:f>'Chart Data'!$D$2:$D$7</c:f>
              <c:numCache>
                <c:formatCode>0%</c:formatCode>
                <c:ptCount val="6"/>
                <c:pt idx="0">
                  <c:v>0.8067</c:v>
                </c:pt>
                <c:pt idx="1">
                  <c:v>0.8067</c:v>
                </c:pt>
                <c:pt idx="2">
                  <c:v>0.8067</c:v>
                </c:pt>
                <c:pt idx="3">
                  <c:v>0.8067</c:v>
                </c:pt>
                <c:pt idx="4">
                  <c:v>0.8067</c:v>
                </c:pt>
                <c:pt idx="5">
                  <c:v>0.8067</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Current Dossier</c:v>
          </c:tx>
          <c:spPr>
            <a:solidFill xmlns:a="http://schemas.openxmlformats.org/drawingml/2006/main">
              <a:srgbClr val="55718E"/>
            </a:solidFill>
          </c:spPr>
          <c:cat>
            <c:strRef>
              <c:f>'Chart Data'!$A$2:$A$3</c:f>
              <c:strCache>
                <c:ptCount val="2"/>
                <c:pt idx="0">
                  <c:v>Viewer 82</c:v>
                </c:pt>
                <c:pt idx="1">
                  <c:v>Viewer 484</c:v>
                </c:pt>
              </c:strCache>
            </c:strRef>
          </c:cat>
          <c:val>
            <c:numRef>
              <c:f>'Chart Data'!$B$2:$B$3</c:f>
              <c:numCache>
                <c:formatCode>0.0%</c:formatCode>
                <c:ptCount val="2"/>
                <c:pt idx="0">
                  <c:v>0.8301</c:v>
                </c:pt>
                <c:pt idx="1">
                  <c:v>0.6903</c:v>
                </c:pt>
              </c:numCache>
            </c:numRef>
          </c:val>
        </c:ser>
        <c:ser>
          <c:idx val="1"/>
          <c:order val="1"/>
          <c:tx>
            <c:v>Reviews plus tags</c:v>
          </c:tx>
          <c:spPr>
            <a:solidFill xmlns:a="http://schemas.openxmlformats.org/drawingml/2006/main">
              <a:srgbClr val="397564"/>
            </a:solidFill>
          </c:spPr>
          <c:cat>
            <c:strRef>
              <c:f>'Chart Data'!$C$2:$C$3</c:f>
              <c:strCache>
                <c:ptCount val="2"/>
                <c:pt idx="0">
                  <c:v>Viewer 82</c:v>
                </c:pt>
                <c:pt idx="1">
                  <c:v>Viewer 484</c:v>
                </c:pt>
              </c:strCache>
            </c:strRef>
          </c:cat>
          <c:val>
            <c:numRef>
              <c:f>'Chart Data'!$D$2:$D$3</c:f>
              <c:numCache>
                <c:formatCode>0.0%</c:formatCode>
                <c:ptCount val="2"/>
                <c:pt idx="0">
                  <c:v>0.5559</c:v>
                </c:pt>
                <c:pt idx="1">
                  <c:v>0.5225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BD7C713-2043-4BA3-8257-C998C3F9C12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0B711DB2-74BA-4BC5-BB63-CEB813A7717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140FAAAE-F9B3-40EA-B5DC-DDEB9FBC7411}"/>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E76E21D9-68A1-443A-A892-BA6E3239A9A5}"/>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32a0f7bf946446e"/>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271245196"/>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02ADC0-B608-4B71-B4CF-9912265809C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97257D87-0B2B-4960-B607-90CB6B63AF0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A129231C-CAF1-4DB9-A63A-ADAEEBF642B0}"/>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FAA9384C-EAA0-4A6B-8E73-120D7C697A49}"/>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E6D5BF53-C3AB-4305-A451-823E45CB6A0F}"/>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8120C2DB-1215-4B0D-BED7-94A38BBA42A5}"/>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1831958872"/>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C5DE66-C912-4BE8-AFCA-4A9241A845F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858E8E9B-FACF-46DC-9FC9-5C3006C3184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50B57892-460B-4BC9-9A95-972BCEC7948F}"/>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79F0FF11-6F84-4B58-931A-19879AD57B49}"/>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B04A63D0-3A83-4208-8E5E-2A2A738AD1D4}"/>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11616251"/>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B1D2A8-A3CD-4651-A163-DE223D6D1D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0C83711D-2685-478B-A9DF-BDB5118AD58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5F5A4973-0900-4124-A359-2F055B34CA4D}"/>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970A13A6-791A-461F-983F-46BC83A87F76}"/>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00EDD30B-CD2C-4725-BF83-DCD606892521}"/>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8B5F5CC4-1AE5-48C0-A6F3-DD6724359E64}"/>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52D06F61-01B4-4CD7-BBA2-DDDE139BA6F7}"/>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144839882"/>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63C437-A15C-4817-9CDE-C099ADFA0A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0FF5171B-B589-460C-A132-251C5DE112A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3B427EE4-1926-4A74-AB5B-010CB2A9678F}"/>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3402CDC5-327E-4279-A006-C4DDA9E99DB5}"/>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497DE8E2-92F1-4D9C-94DA-83D12C9C1777}"/>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F00CA170-68F6-4F6E-9866-D095E46E84AC}"/>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D731E882-F900-4821-BB2F-C29764C6854A}"/>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F173FD6F-0A96-405B-8469-2CD0C180DB75}"/>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39BD9B62-BC99-44C2-9255-8F6168204721}"/>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70213656"/>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39CD0FA-186C-4F9D-8737-DD973FB8098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FADE1547-EF75-4683-A911-D4DF82833D6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85725" rIns="114300" bIns="85725">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85725" rIns="114300" bIns="85725">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85725" rIns="114300" bIns="85725">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Protect personal tastes without restoring large crashes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858517630"/>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D2C6FE-841C-4DD1-82DA-59456F8505D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4A50EB0A-EBD6-4AB0-B56C-AA640F45D11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1347DD2B-A7FF-4103-A6FC-ED3EC40DFC60}"/>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EEB3FCA9-47C0-4844-AE41-1CFE142BCFCB}"/>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ABA34960-188A-4CA7-8DA2-6D3F2BC86D77}"/>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376313CF-04A7-4097-905F-3209C8B675AA}"/>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3EE3BC61-AC81-44C6-881B-0118FB825335}"/>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6EC3E8D8-6FFC-4AC1-AA7C-EBB7F98F1C12}"/>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393577024"/>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7E3200-302A-489D-96CD-4BCBA8F436E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A82D6C55-962B-4EC5-A5A0-53E64FF1977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8A1E8689-CDD8-49CE-8FD2-A4C469E180CB}"/>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35D060AA-5F21-447A-A1DE-BE5C84A4AC0D}"/>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D30A4242-DE14-4D31-9ADB-2690DF9ABC4D}"/>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E0EF9D7C-4780-4F39-A111-2D36F78FB248}"/>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57892430"/>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EF3538-80D3-481B-B867-A4B12052E64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9E037A71-B483-4CB4-9DBF-5364FD81166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11546253-E0CA-42B7-A5FB-9734288D06B6}"/>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39A17DA3-19B4-47F9-90B0-8EC0C66E3561}"/>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C3B2A311-2030-43E3-A734-E13EFEE2C8E7}"/>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4621C2C8-4F5E-4D30-90FE-73E22EF912FA}"/>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B851D4D4-9BC1-4E45-AE77-92C14CFD7768}"/>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783493493"/>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59A00-0122-4F04-AFEA-90CB625EA35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65E02621-AC2F-4A9B-97A5-064BFA37E59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975DC1C0-962B-4140-B7E9-5489EDF6B2C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85725" rIns="114300" bIns="85725">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85725" rIns="114300" bIns="85725">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F882AEA-BCAB-432D-9295-BA4CC96DBE07}"/>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1456091637"/>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E52A5F-BE06-4C4E-AD7E-D0DF713DEC8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3431B5D9-729D-4672-9B23-092D6FF9EAE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sp>
        <p:nvSpPr>
          <p:cNvPr id="3" name="">
            <a:extLst xmlns:a="http://schemas.openxmlformats.org/drawingml/2006/main">
              <a:ext uri="{FF2B5EF4-FFF2-40B4-BE49-F238E27FC236}">
                <a16:creationId xmlns:a16="http://schemas.microsoft.com/office/drawing/2014/main" id="{BF67398B-6026-4551-8607-D0C278506F01}"/>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4D4A6CA7-1B01-4058-ABEB-9182E4EA707C}"/>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D2A8A042-87C7-4525-9932-8A0A1655466A}"/>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77AB9C8F-E24D-4948-9A69-3AFC86FF6B38}"/>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453975388"/>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6A1730-A1F1-4BF3-A367-057E6EB9001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BA4AA2CF-88FE-419E-9E7A-058D2F5347E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712D01EE-7B83-42C2-B02C-19B599788A43}"/>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BA010077-463D-4EF4-A2CE-2E416670B153}"/>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used historical MovieLens ratings from real people.</a:t>
            </a:r>
          </a:p>
        </p:txBody>
      </p:sp>
      <p:sp>
        <p:nvSpPr>
          <p:cNvPr id="5" name="">
            <a:extLst xmlns:a="http://schemas.openxmlformats.org/drawingml/2006/main">
              <a:ext uri="{FF2B5EF4-FFF2-40B4-BE49-F238E27FC236}">
                <a16:creationId xmlns:a16="http://schemas.microsoft.com/office/drawing/2014/main" id="{C2A90936-CB2C-41AF-AAFA-0FEABD2301A1}"/>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E6F9AC5F-DBD2-47DC-BFBD-4D04F0D7C860}"/>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8B6F53DE-85EB-4683-8AFA-A03A71EA471B}"/>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610499143"/>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518705-7990-4B73-B10D-6FDC9D8DBC1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34E13642-7CC3-4D77-A51C-C2FCA9BB6B5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C54A7AF6-B945-4139-A9C2-FD3A4F2F842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85725" rIns="114300" bIns="85725">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85725" rIns="114300" bIns="85725">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2ADE0D3-9B6D-41A2-9A7A-5EE42A520CDF}"/>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1342020217"/>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364D43-A607-4B45-B3C5-FD7391E58E4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42950A18-963A-4B2E-A43D-111AC341E88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8"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85725" rIns="114300" bIns="85725">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F1371694-4A32-4E56-B767-DFAC2FA60F69}"/>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5" name="">
            <a:extLst xmlns:a="http://schemas.openxmlformats.org/drawingml/2006/main">
              <a:ext uri="{FF2B5EF4-FFF2-40B4-BE49-F238E27FC236}">
                <a16:creationId xmlns:a16="http://schemas.microsoft.com/office/drawing/2014/main" id="{F78EE6A3-EFB9-41C7-8F75-890AB6496694}"/>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03509979"/>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E4C13E-9897-4EE3-86FF-B67E9E9E0BE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83319179-1DCD-42C6-B52B-4C47BF31AC8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frozen TMDB study, 31 viewers</a:t>
            </a:r>
          </a:p>
        </p:txBody>
      </p:sp>
      <p:sp>
        <p:nvSpPr>
          <p:cNvPr id="3" name="">
            <a:extLst xmlns:a="http://schemas.openxmlformats.org/drawingml/2006/main">
              <a:ext uri="{FF2B5EF4-FFF2-40B4-BE49-F238E27FC236}">
                <a16:creationId xmlns:a16="http://schemas.microsoft.com/office/drawing/2014/main" id="{F142A3CA-907C-4556-A23B-A1AD0DED965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95261b779fc34565"/>
          </a:graphicData>
        </a:graphic>
      </p:graphicFrame>
      <p:sp>
        <p:nvSpPr>
          <p:cNvPr id="5" name="">
            <a:extLst xmlns:a="http://schemas.openxmlformats.org/drawingml/2006/main">
              <a:ext uri="{FF2B5EF4-FFF2-40B4-BE49-F238E27FC236}">
                <a16:creationId xmlns:a16="http://schemas.microsoft.com/office/drawing/2014/main" id="{AB02CF62-7BD3-44C9-A0FE-CB8C5436FC24}"/>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1987562110"/>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191FF8-5C37-42F6-8131-CEA7F924D06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7D190502-987E-4A09-A82B-CD9FE3C1B8D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sp>
        <p:nvSpPr>
          <p:cNvPr id="3" name="">
            <a:extLst xmlns:a="http://schemas.openxmlformats.org/drawingml/2006/main">
              <a:ext uri="{FF2B5EF4-FFF2-40B4-BE49-F238E27FC236}">
                <a16:creationId xmlns:a16="http://schemas.microsoft.com/office/drawing/2014/main" id="{1585E967-5E53-4649-9EDE-FF06EA752434}"/>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C744BA37-A280-46BB-AD16-E3FAC5CEAFE7}"/>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3640B725-D5EF-4842-B554-4F9F9D4906A3}"/>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FD4248A2-2919-42D6-AD39-0FEA08FC42F3}"/>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214207551"/>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B92CE8-4574-443E-AFC2-8424F7EA7DF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A5740D20-73B0-4FA8-94FD-479850DE804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frozen TMDB study, after 40 total ratings</a:t>
            </a:r>
          </a:p>
        </p:txBody>
      </p:sp>
      <p:sp>
        <p:nvSpPr>
          <p:cNvPr id="3" name="">
            <a:extLst xmlns:a="http://schemas.openxmlformats.org/drawingml/2006/main">
              <a:ext uri="{FF2B5EF4-FFF2-40B4-BE49-F238E27FC236}">
                <a16:creationId xmlns:a16="http://schemas.microsoft.com/office/drawing/2014/main" id="{1E238687-9EB1-4143-B69B-E0A80759A15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85725" rIns="114300" bIns="85725">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85725" rIns="114300" bIns="85725">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85725" rIns="114300" bIns="85725">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F832AE1-C73F-4EE0-B411-BC6C3FC3CFBE}"/>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9A1DD4E9-287A-4AA2-85D2-12B5E71CD647}"/>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835571328"/>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7732DA-56C8-47CE-90CE-10A6C75BB79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5762D674-53BB-4D5D-BFAD-C8EDC8F68F2D}"/>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frozen TMDB study</a:t>
            </a:r>
          </a:p>
        </p:txBody>
      </p:sp>
      <p:sp>
        <p:nvSpPr>
          <p:cNvPr id="3" name="">
            <a:extLst xmlns:a="http://schemas.openxmlformats.org/drawingml/2006/main">
              <a:ext uri="{FF2B5EF4-FFF2-40B4-BE49-F238E27FC236}">
                <a16:creationId xmlns:a16="http://schemas.microsoft.com/office/drawing/2014/main" id="{9E699D16-4FD4-4472-8EF1-838D24A167B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85725" rIns="114300" bIns="85725">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85725" rIns="114300" bIns="85725">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85725" rIns="114300" bIns="85725">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D6574381-A741-4C10-8356-0D09191AA0D7}"/>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089094395"/>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31AF02-9A51-4E7A-91CE-667C3477B11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28D93792-BB7B-435B-BD1C-1EE75500D4C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D5B2A03F-2B7D-4275-A83F-E9B4EF8D8D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85725" rIns="114300" bIns="85725">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85725" rIns="114300" bIns="85725">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C667BBB9-7800-42D7-A813-6DBE5FC1F3CD}"/>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531518548"/>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BC0FC3-9F5F-4873-8A95-72482141ACC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3B3BE900-8479-4C43-9CA3-744DF721BC6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48B319FF-3228-49BE-9F8B-95A27C74A40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85725" rIns="114300" bIns="85725">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85725" rIns="114300" bIns="85725">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85725" rIns="114300" bIns="85725">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85725" rIns="114300" bIns="85725">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85725" rIns="114300" bIns="85725">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48322D6-4854-4073-A9D9-2ED2921638C6}"/>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D88C1BD7-112D-40B5-833F-7AFE1CEB4C10}"/>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1994890457"/>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2D4A5C-D4E4-496A-8F07-B03F23586E6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1212DA53-EE87-4D38-98DD-590590C73DD4}"/>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0A5490A0-3C5D-45CF-8672-A746C6D9175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b232a6075839433d"/>
          </a:graphicData>
        </a:graphic>
      </p:graphicFrame>
      <p:sp>
        <p:nvSpPr>
          <p:cNvPr id="5" name="">
            <a:extLst xmlns:a="http://schemas.openxmlformats.org/drawingml/2006/main">
              <a:ext uri="{FF2B5EF4-FFF2-40B4-BE49-F238E27FC236}">
                <a16:creationId xmlns:a16="http://schemas.microsoft.com/office/drawing/2014/main" id="{E7E766A9-347B-40E6-8A0B-38B7F1B391C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507987943"/>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E48329-A6EF-46EF-8484-3DD8EAE7ADC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F0A0094F-48DB-4707-82C9-CD3625E6C1E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FAF6CC49-C794-4363-B9CD-A9570D9873C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85725" rIns="114300" bIns="85725">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85725" rIns="114300" bIns="85725">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85725" rIns="114300" bIns="85725">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85725" rIns="114300" bIns="85725">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31FA4615-0F6F-4787-9328-0A06403A821C}"/>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958224683"/>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C65493-474E-44B4-BC1A-4C8E1B6D10A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82D4470D-EC26-4525-86B4-C4F9BE53B6E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sp>
        <p:nvSpPr>
          <p:cNvPr id="3" name="">
            <a:extLst xmlns:a="http://schemas.openxmlformats.org/drawingml/2006/main">
              <a:ext uri="{FF2B5EF4-FFF2-40B4-BE49-F238E27FC236}">
                <a16:creationId xmlns:a16="http://schemas.microsoft.com/office/drawing/2014/main" id="{60971E47-F473-4154-A9B9-5C9E0905EACB}"/>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6D49EC6C-35BE-4886-B507-35B975BCED38}"/>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83479F97-1554-4961-A657-F033B4F043F3}"/>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6D85105E-5A5D-4D33-A92E-962BC07C7B3A}"/>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14ED78F2-30EA-453C-B62D-3371B5B9F093}"/>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296802530"/>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97AB74-0E0F-4093-9091-83D3B987937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1992A5F3-CB50-480E-B646-08CED6DF713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D99554AB-6AC5-48DD-9E1A-003274971202}"/>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7116CFB0-03CC-4231-A4BA-218B7F0CC6C0}"/>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55A3408A-873E-4053-B800-4378B50483D3}"/>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120293982"/>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05BAC9-D073-4C39-B422-4F7DCA4F0C4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F069B3DB-7784-43EB-B709-DF03F4EB53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3FC94F5D-2E14-4A51-9E2A-01F4A7EDBAF8}"/>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521EC9BE-EB98-42AB-B020-ECFBC1CADFA7}"/>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ECF5FED7-BAC1-48F0-B998-FCDA55502421}"/>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99A27E8D-EC5C-4AEE-9E09-3C13B9AE4C96}"/>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froze this rule, then tested 30 new viewers plus all 78 previous viewers.</a:t>
            </a:r>
          </a:p>
        </p:txBody>
      </p:sp>
    </p:spTree>
    <p:extLst>
      <p:ext uri="{BB962C8B-B14F-4D97-AF65-F5344CB8AC3E}">
        <p14:creationId xmlns:p14="http://schemas.microsoft.com/office/powerpoint/2010/main" val="1062857555"/>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83BA53-32D3-41FC-A18B-887C66CC520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B52B8877-A5AE-4ED1-A804-983509A7469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F9016F4C-688B-47E8-905A-3B60F97B72FE}"/>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BB9F957E-9B18-4EB6-8471-9886B84954CA}"/>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6091E2E5-4B07-4514-91B5-AABD91A98545}"/>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3A351CC4-D4A6-4D67-9FAC-79FE13F4CE44}"/>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materially better in those sessions.</a:t>
            </a:r>
          </a:p>
        </p:txBody>
      </p:sp>
      <p:sp>
        <p:nvSpPr>
          <p:cNvPr id="7" name="">
            <a:extLst xmlns:a="http://schemas.openxmlformats.org/drawingml/2006/main">
              <a:ext uri="{FF2B5EF4-FFF2-40B4-BE49-F238E27FC236}">
                <a16:creationId xmlns:a16="http://schemas.microsoft.com/office/drawing/2014/main" id="{F4B2544E-FBFD-47F3-8B50-C5E99BC9367C}"/>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This rule adds no protection.</a:t>
            </a:r>
          </a:p>
        </p:txBody>
      </p:sp>
    </p:spTree>
    <p:extLst>
      <p:ext uri="{BB962C8B-B14F-4D97-AF65-F5344CB8AC3E}">
        <p14:creationId xmlns:p14="http://schemas.microsoft.com/office/powerpoint/2010/main" val="1828144040"/>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F8C1D5-6245-4828-B3C2-692D3BB33C15}"/>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fallback avoided crashes, but did not fix learning</a:t>
            </a:r>
          </a:p>
        </p:txBody>
      </p:sp>
      <p:sp>
        <p:nvSpPr>
          <p:cNvPr id="2" name="">
            <a:extLst xmlns:a="http://schemas.openxmlformats.org/drawingml/2006/main">
              <a:ext uri="{FF2B5EF4-FFF2-40B4-BE49-F238E27FC236}">
                <a16:creationId xmlns:a16="http://schemas.microsoft.com/office/drawing/2014/main" id="{44C8D550-D7C7-467D-81E1-B0DE05BF161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85725" rIns="114300" bIns="85725">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85725" rIns="114300" bIns="85725">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85725" rIns="114300" bIns="85725">
                      <a:noAutofit/>
                    </a:bodyPr>
                    <a:lstStyle/>
                    <a:p>
                      <a:r>
                        <a:rPr sz="1800" b="1">
                          <a:solidFill>
                            <a:srgbClr val="F2EFE8"/>
                          </a:solidFill>
                          <a:latin typeface="Avenir Next"/>
                          <a:ea typeface="Avenir Next"/>
                          <a:cs typeface="Avenir Next"/>
                        </a:rPr>
                        <a:t>Fixed fallback, 40 ratings</a:t>
                      </a:r>
                    </a:p>
                  </a:txBody>
                  <a:tcPr marL="91440" marR="91440" marT="45720" marB="45720" anchor="ctr">
                    <a:solidFill>
                      <a:srgbClr val="17252B"/>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85725" rIns="114300" bIns="85725">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85725" rIns="114300" bIns="85725">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C2A6D8E8-5251-490E-8E66-BB8882C2C230}"/>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crashes. One still loses 3.3 points as ratings increase.</a:t>
            </a:r>
          </a:p>
        </p:txBody>
      </p:sp>
    </p:spTree>
    <p:extLst>
      <p:ext uri="{BB962C8B-B14F-4D97-AF65-F5344CB8AC3E}">
        <p14:creationId xmlns:p14="http://schemas.microsoft.com/office/powerpoint/2010/main" val="880838861"/>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250CA9-4422-4BC3-A08F-E910BDE63B9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4DC9FAB3-5082-4494-99A1-A2F758B6633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sp>
        <p:nvSpPr>
          <p:cNvPr id="3" name="">
            <a:extLst xmlns:a="http://schemas.openxmlformats.org/drawingml/2006/main">
              <a:ext uri="{FF2B5EF4-FFF2-40B4-BE49-F238E27FC236}">
                <a16:creationId xmlns:a16="http://schemas.microsoft.com/office/drawing/2014/main" id="{E11B6D64-E0B7-4DFC-BE3D-202A229952EA}"/>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BA33FF1B-0789-4391-935F-5E6F3AF91B9D}"/>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92E2A075-49D9-41BC-870D-0C4D98FB5D76}"/>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AFEE8C49-799E-49D7-B41B-357B65896EC7}"/>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missing capability is reliable, selective personalisation from limited evidence.</a:t>
            </a:r>
          </a:p>
        </p:txBody>
      </p:sp>
    </p:spTree>
    <p:extLst>
      <p:ext uri="{BB962C8B-B14F-4D97-AF65-F5344CB8AC3E}">
        <p14:creationId xmlns:p14="http://schemas.microsoft.com/office/powerpoint/2010/main" val="2030998850"/>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84BA50-87D0-4D10-877A-70C420BB3F0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3F416B71-F5A3-4B0C-8710-FC9D8562A48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7643308A-597A-4574-9BC6-6F6DBC915CD4}"/>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2ABB0902-5187-4A93-A951-BE0DEFD14726}"/>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3C8EF4F0-C785-4201-A8A7-6F8E4A032AE5}"/>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Small unusual-taste groups leave uncertainty. The latest split also withholds many scarce dislikes.</a:t>
            </a:r>
          </a:p>
        </p:txBody>
      </p:sp>
    </p:spTree>
    <p:extLst>
      <p:ext uri="{BB962C8B-B14F-4D97-AF65-F5344CB8AC3E}">
        <p14:creationId xmlns:p14="http://schemas.microsoft.com/office/powerpoint/2010/main" val="2024458089"/>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8BE104-DA26-4FB3-90BC-C4CBC1CD97F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7F78038D-21A0-4C82-B668-C4742ACB063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D49459E6-554D-4606-B705-ED030EED598A}"/>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ADDD7EBC-FE6A-45FF-A0B7-419B9DEFC41F}"/>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EFBCF459-7166-497D-9F1B-03A4C63A7041}"/>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835DCBD4-0A54-425F-92DE-EFCCC68F4BF3}"/>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69229834"/>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C5ABC-BD0C-4F24-988E-0273877E652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3ACB6EB-B4EF-46E2-8D8A-75093B25E030}"/>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87721E47-3E3A-49B1-B4A4-9A9DFDCED3D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85725" rIns="114300" bIns="85725">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85725" rIns="114300" bIns="85725">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85725" rIns="114300" bIns="85725">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4B4EE946-9D22-4BC5-AB1E-0AA8C3A3D792}"/>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1976530193"/>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B07F16-2D55-4D1B-83E9-136FC720B82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EDF94144-C5FF-4EE3-AF3E-09FAD5908D0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Frozen TMDB study, 31 viewers after 20 ratings</a:t>
            </a:r>
          </a:p>
        </p:txBody>
      </p:sp>
      <p:sp>
        <p:nvSpPr>
          <p:cNvPr id="3" name="">
            <a:extLst xmlns:a="http://schemas.openxmlformats.org/drawingml/2006/main">
              <a:ext uri="{FF2B5EF4-FFF2-40B4-BE49-F238E27FC236}">
                <a16:creationId xmlns:a16="http://schemas.microsoft.com/office/drawing/2014/main" id="{1932E476-31BF-48FB-8C80-74F40A93940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8" name=""/>
          <p:cNvGraphicFramePr/>
          <p:nvPr/>
        </p:nvGraphicFramePr>
        <p:xfrm>
          <a:off xmlns:a="http://schemas.openxmlformats.org/drawingml/2006/main" x="685800" y="2076450"/>
          <a:ext xmlns:a="http://schemas.openxmlformats.org/drawingml/2006/main" cx="10820400" cy="4086225"/>
        </p:xfrm>
        <a:graphic xmlns:a="http://schemas.openxmlformats.org/drawingml/2006/main">
          <a:graphicData uri="http://schemas.openxmlformats.org/drawingml/2006/table">
            <a:tbl>
              <a:tblPr firstRow="0" bandRow="0"/>
              <a:tblGrid>
                <a:gridCol w="7143750"/>
                <a:gridCol w="1695450"/>
                <a:gridCol w="1981200"/>
              </a:tblGrid>
              <a:tr h="340519">
                <a:tc>
                  <a:txBody>
                    <a:bodyPr lIns="114300" tIns="85725" rIns="114300" bIns="85725">
                      <a:noAutofit/>
                    </a:bodyPr>
                    <a:lstStyle/>
                    <a:p>
                      <a:r>
                        <a:rPr sz="15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85725" rIns="114300" bIns="85725">
                      <a:noAutofit/>
                    </a:bodyPr>
                    <a:lstStyle/>
                    <a:p>
                      <a:r>
                        <a:rPr sz="15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85725" rIns="114300" bIns="85725">
                      <a:noAutofit/>
                    </a:bodyPr>
                    <a:lstStyle/>
                    <a:p>
                      <a:r>
                        <a:rPr sz="15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340519">
                <a:tc>
                  <a:txBody>
                    <a:bodyPr lIns="114300" tIns="85725" rIns="114300" bIns="85725">
                      <a:noAutofit/>
                    </a:bodyPr>
                    <a:lstStyle/>
                    <a:p>
                      <a:r>
                        <a:rPr sz="15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4.48</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4.49</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4.36</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4.22</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4.20</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4.16</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5.90</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6.42</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6.11</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85725" rIns="114300" bIns="85725">
                      <a:noAutofit/>
                    </a:bodyPr>
                    <a:lstStyle/>
                    <a:p>
                      <a:r>
                        <a:rPr sz="1575" b="0">
                          <a:solidFill>
                            <a:srgbClr val="17252B"/>
                          </a:solidFill>
                          <a:latin typeface="Avenir Next"/>
                          <a:ea typeface="Avenir Next"/>
                          <a:cs typeface="Avenir Next"/>
                        </a:rPr>
                        <a:t>3.93</a:t>
                      </a:r>
                    </a:p>
                  </a:txBody>
                  <a:tcPr marL="91440" marR="91440" marT="45720" marB="45720" anchor="ctr">
                    <a:solidFill>
                      <a:srgbClr val="F2EFE8"/>
                    </a:solidFill>
                  </a:tcPr>
                </a:tc>
              </a:tr>
              <a:tr h="340519">
                <a:tc>
                  <a:txBody>
                    <a:bodyPr lIns="114300" tIns="85725" rIns="114300" bIns="85725">
                      <a:noAutofit/>
                    </a:bodyPr>
                    <a:lstStyle/>
                    <a:p>
                      <a:r>
                        <a:rPr sz="157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85725" rIns="114300" bIns="85725">
                      <a:noAutofit/>
                    </a:bodyPr>
                    <a:lstStyle/>
                    <a:p>
                      <a:r>
                        <a:rPr sz="157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85725" rIns="114300" bIns="85725">
                      <a:noAutofit/>
                    </a:bodyPr>
                    <a:lstStyle/>
                    <a:p>
                      <a:r>
                        <a:rPr sz="157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1516821590"/>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C88E3-57DA-460A-9949-2529C6FBA7C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8BBE6A16-0692-4891-834E-2977EDB1631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B456EA93-69E6-4311-AF12-434FF2F79DB7}"/>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85725" rIns="114300" bIns="85725">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85725" rIns="114300" bIns="85725">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2070780072"/>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ABE8DB-1A16-46AA-A1F7-4FC3367724B6}"/>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812A0D6A-B38D-4D6C-9B50-54D3FDF9BDD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85725" rIns="114300" bIns="85725">
                      <a:noAutofit/>
                    </a:bodyPr>
                    <a:lstStyle/>
                    <a:p>
                      <a:r>
                        <a:rPr sz="1650"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85725" rIns="114300" bIns="85725">
                      <a:noAutofit/>
                    </a:bodyPr>
                    <a:lstStyle/>
                    <a:p>
                      <a:r>
                        <a:rPr sz="1650"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85725" rIns="114300" bIns="85725">
                      <a:noAutofit/>
                    </a:bodyPr>
                    <a:lstStyle/>
                    <a:p>
                      <a:r>
                        <a:rPr sz="1650"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Broad matching and order-sensitive grouping explained the declines</a:t>
                      </a:r>
                    </a:p>
                  </a:txBody>
                  <a:tcPr marL="91440" marR="91440" marT="45720" marB="45720" anchor="ctr">
                    <a:solidFill>
                      <a:srgbClr val="F2EFE8"/>
                    </a:solidFill>
                  </a:tcPr>
                </a:tc>
              </a:tr>
              <a:tr h="463550">
                <a:tc>
                  <a:txBody>
                    <a:bodyPr lIns="114300" tIns="85725" rIns="114300" bIns="85725">
                      <a:noAutofit/>
                    </a:bodyPr>
                    <a:lstStyle/>
                    <a:p>
                      <a:r>
                        <a:rPr sz="1650"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85725" rIns="114300" bIns="85725">
                      <a:noAutofit/>
                    </a:bodyPr>
                    <a:lstStyle/>
                    <a:p>
                      <a:r>
                        <a:rPr sz="1650" b="0">
                          <a:solidFill>
                            <a:srgbClr val="17252B"/>
                          </a:solidFill>
                          <a:latin typeface="Avenir Next"/>
                          <a:ea typeface="Avenir Next"/>
                          <a:cs typeface="Avenir Next"/>
                        </a:rPr>
                        <a:t>No useful detection demonstrated. Defaults remain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9420480"/>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41184B-38FE-4C4C-B599-9C9B40E2D94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391EA5B6-7551-489D-8BA0-169592B025B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sp>
        <p:nvSpPr>
          <p:cNvPr id="3" name="">
            <a:extLst xmlns:a="http://schemas.openxmlformats.org/drawingml/2006/main">
              <a:ext uri="{FF2B5EF4-FFF2-40B4-BE49-F238E27FC236}">
                <a16:creationId xmlns:a16="http://schemas.microsoft.com/office/drawing/2014/main" id="{9B4ED2AB-BFCA-458C-9749-7A05C287BF9F}"/>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FB35D07B-755E-4A48-99B4-A29B4781D2EC}"/>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08573AFE-D344-4820-957A-864ECB913FAB}"/>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9D7833DA-9C27-4C01-A52D-CD71C6BFCB98}"/>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E2FD04B5-6FEF-4361-81B5-A613EA8E3540}"/>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2AB7C9B6-7F80-4BD5-BDC7-C84761C403E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72A8799A-25B0-48D0-8634-F5E533EE27A2}"/>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79c58fa541d43b1">
            <a:extLst>
              <a:ext uri="{96DAC541-7B7A-43D3-8B79-37D633B846F1}">
                <asvg:svgBlip xmlns:asvg="http://schemas.microsoft.com/office/drawing/2016/SVG/main" r:embed="R9999652378f742ff"/>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562778039"/>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2026-10-02T19:56:41.7140000Z</dcterms:created>
  <dcterms:modified xsi:type="dcterms:W3CDTF">2026-10-02T19:56:41.7140000Z</dcterms:modified>
</coreProperties>
</file>